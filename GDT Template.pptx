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4"/>
  </p:sldMasterIdLst>
  <p:notesMasterIdLst>
    <p:notesMasterId r:id="rId25"/>
  </p:notesMasterIdLst>
  <p:handoutMasterIdLst>
    <p:handoutMasterId r:id="rId26"/>
  </p:handoutMasterIdLst>
  <p:sldIdLst>
    <p:sldId id="383" r:id="rId5"/>
    <p:sldId id="384" r:id="rId6"/>
    <p:sldId id="338" r:id="rId7"/>
    <p:sldId id="380" r:id="rId8"/>
    <p:sldId id="355" r:id="rId9"/>
    <p:sldId id="356" r:id="rId10"/>
    <p:sldId id="362" r:id="rId11"/>
    <p:sldId id="360" r:id="rId12"/>
    <p:sldId id="379" r:id="rId13"/>
    <p:sldId id="366" r:id="rId14"/>
    <p:sldId id="327" r:id="rId15"/>
    <p:sldId id="336" r:id="rId16"/>
    <p:sldId id="367" r:id="rId17"/>
    <p:sldId id="347" r:id="rId18"/>
    <p:sldId id="334" r:id="rId19"/>
    <p:sldId id="341" r:id="rId20"/>
    <p:sldId id="342" r:id="rId21"/>
    <p:sldId id="344" r:id="rId22"/>
    <p:sldId id="382" r:id="rId23"/>
    <p:sldId id="36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5700"/>
    <a:srgbClr val="E13491"/>
    <a:srgbClr val="E13591"/>
    <a:srgbClr val="2B9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effectLst/>
          </c:spPr>
          <c:explosion val="7"/>
          <c:dPt>
            <c:idx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E3-7744-A12D-361176A39E5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E3-7744-A12D-361176A39E5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AE3-7744-A12D-361176A39E5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AE3-7744-A12D-361176A39E5F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baseline="0">
                        <a:solidFill>
                          <a:schemeClr val="lt1"/>
                        </a:solidFill>
                        <a:latin typeface="Visby CF Demi Bold" pitchFamily="2" charset="77"/>
                        <a:ea typeface="+mn-ea"/>
                        <a:cs typeface="+mn-cs"/>
                      </a:defRPr>
                    </a:pPr>
                    <a:fld id="{A0518DF8-2D98-4049-8651-B61B5AFC0984}" type="PERCENTAGE">
                      <a:rPr lang="en-US" b="0" i="0" baseline="0" smtClean="0">
                        <a:latin typeface="Unilever Desire" pitchFamily="2" charset="77"/>
                      </a:rPr>
                      <a:pPr>
                        <a:defRPr sz="1600">
                          <a:latin typeface="Visby CF Demi Bold" pitchFamily="2" charset="77"/>
                        </a:defRPr>
                      </a:pPr>
                      <a:t>[PORCENTAGEM]</a:t>
                    </a:fld>
                    <a:endParaRPr lang="pt-BR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lt1"/>
                      </a:solidFill>
                      <a:latin typeface="Visby CF Demi Bold" pitchFamily="2" charset="77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AE3-7744-A12D-361176A39E5F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baseline="0">
                        <a:solidFill>
                          <a:schemeClr val="lt1"/>
                        </a:solidFill>
                        <a:latin typeface="Visby CF Demi Bold" pitchFamily="2" charset="77"/>
                        <a:ea typeface="+mn-ea"/>
                        <a:cs typeface="+mn-cs"/>
                      </a:defRPr>
                    </a:pPr>
                    <a:fld id="{4B4C526F-DC38-0648-AF96-FB795C049873}" type="PERCENTAGE">
                      <a:rPr lang="en-US" b="0" i="0" baseline="0" smtClean="0">
                        <a:latin typeface="Unilever Desire" pitchFamily="2" charset="77"/>
                      </a:rPr>
                      <a:pPr>
                        <a:defRPr sz="1600">
                          <a:latin typeface="Visby CF Demi Bold" pitchFamily="2" charset="77"/>
                        </a:defRPr>
                      </a:pPr>
                      <a:t>[PORCENTAGEM]</a:t>
                    </a:fld>
                    <a:endParaRPr lang="pt-BR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lt1"/>
                      </a:solidFill>
                      <a:latin typeface="Visby CF Demi Bold" pitchFamily="2" charset="77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AE3-7744-A12D-361176A39E5F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baseline="0">
                        <a:solidFill>
                          <a:schemeClr val="lt1"/>
                        </a:solidFill>
                        <a:latin typeface="Visby CF Demi Bold" pitchFamily="2" charset="77"/>
                        <a:ea typeface="+mn-ea"/>
                        <a:cs typeface="+mn-cs"/>
                      </a:defRPr>
                    </a:pPr>
                    <a:fld id="{DD0AB140-A591-8045-A595-8590B5363FE0}" type="PERCENTAGE">
                      <a:rPr lang="en-US" b="0" i="0" baseline="0" smtClean="0">
                        <a:latin typeface="Unilever Desire" pitchFamily="2" charset="77"/>
                      </a:rPr>
                      <a:pPr>
                        <a:defRPr sz="1600">
                          <a:latin typeface="Visby CF Demi Bold" pitchFamily="2" charset="77"/>
                        </a:defRPr>
                      </a:pPr>
                      <a:t>[PORCENTAGEM]</a:t>
                    </a:fld>
                    <a:endParaRPr lang="pt-BR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lt1"/>
                      </a:solidFill>
                      <a:latin typeface="Visby CF Demi Bold" pitchFamily="2" charset="77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0AE3-7744-A12D-361176A39E5F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baseline="0">
                        <a:solidFill>
                          <a:schemeClr val="lt1"/>
                        </a:solidFill>
                        <a:latin typeface="Visby CF Demi Bold" pitchFamily="2" charset="77"/>
                        <a:ea typeface="+mn-ea"/>
                        <a:cs typeface="+mn-cs"/>
                      </a:defRPr>
                    </a:pPr>
                    <a:fld id="{E106EF37-D436-8549-82EA-385766421E9A}" type="PERCENTAGE">
                      <a:rPr lang="en-US" b="0" i="0" baseline="0" smtClean="0">
                        <a:latin typeface="Unilever Desire" pitchFamily="2" charset="77"/>
                      </a:rPr>
                      <a:pPr>
                        <a:defRPr sz="1600">
                          <a:latin typeface="Visby CF Demi Bold" pitchFamily="2" charset="77"/>
                        </a:defRPr>
                      </a:pPr>
                      <a:t>[PORCENTAGEM]</a:t>
                    </a:fld>
                    <a:endParaRPr lang="pt-BR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lt1"/>
                      </a:solidFill>
                      <a:latin typeface="Visby CF Demi Bold" pitchFamily="2" charset="77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0AE3-7744-A12D-361176A39E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Visby CF" pitchFamily="2" charset="77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E3-7744-A12D-361176A39E5F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987017542281801E-2"/>
          <c:y val="0.11540556869593503"/>
          <c:w val="0.95644873345714709"/>
          <c:h val="0.6667411291764103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01600" cap="rnd">
              <a:solidFill>
                <a:schemeClr val="tx1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9D-EB4C-A27F-C5B75F0F1D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016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9D-EB4C-A27F-C5B75F0F1D3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016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89D-EB4C-A27F-C5B75F0F1D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3428991"/>
        <c:axId val="1995411424"/>
      </c:lineChart>
      <c:catAx>
        <c:axId val="213428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spc="120" baseline="0">
                <a:solidFill>
                  <a:schemeClr val="tx2"/>
                </a:solidFill>
                <a:latin typeface="Unilever Desire" pitchFamily="2" charset="77"/>
                <a:ea typeface="+mn-ea"/>
                <a:cs typeface="+mn-cs"/>
              </a:defRPr>
            </a:pPr>
            <a:endParaRPr lang="en-US"/>
          </a:p>
        </c:txPr>
        <c:crossAx val="1995411424"/>
        <c:crosses val="autoZero"/>
        <c:auto val="1"/>
        <c:lblAlgn val="ctr"/>
        <c:lblOffset val="100"/>
        <c:noMultiLvlLbl val="0"/>
      </c:catAx>
      <c:valAx>
        <c:axId val="1995411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Unilever Desire" pitchFamily="2" charset="77"/>
                <a:ea typeface="+mn-ea"/>
                <a:cs typeface="+mn-cs"/>
              </a:defRPr>
            </a:pPr>
            <a:endParaRPr lang="en-US"/>
          </a:p>
        </c:txPr>
        <c:crossAx val="213428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2"/>
              </a:solidFill>
              <a:latin typeface="Unilever Desire" pitchFamily="2" charset="77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E346ECE-043F-213F-DA6F-6077DDCA02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C54A42-FD72-ED3C-68B8-2A696658F0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64EFF-D30A-4972-8174-2F3D0464BB35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6B4A83-2CEB-BC8E-18D5-819B932930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78CF81-B9FE-A716-6402-0F476C165F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C20FC-F218-4159-AB80-15508C1D90E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012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FCFE9D-DA6F-4746-8447-FBA9DA1F92B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F6D073-D039-1447-AC66-77533B0E9C9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30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9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55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15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2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44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12974-83A3-5C21-9D9A-048DFE582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D93ED3-1A8A-6542-2E3B-0CB838C77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5FF4A-961F-CC31-B3E1-1B82D625F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04CCE-3166-9273-BBFC-F97DB457A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90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02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01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61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89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86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75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29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002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471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EF18-8A2B-6492-D49A-780CD3084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8A20A-222F-2C30-6DEC-63C08007F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8C9DC-DDD6-011F-7B82-3F2F45114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9C78A-E7E7-6309-BDFA-323905136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404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B9F53-EE60-AF25-95A2-BA5668AC3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78637-A99D-8B8E-A3A9-6D0F37203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A7B3E-4CA4-5924-2E55-5F8B93776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9E345-4976-78CF-8141-4A76A7EAD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6D073-D039-1447-AC66-77533B0E9C9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67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: Welcom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white gradient&#10;&#10;AI-generated content may be incorrect.">
            <a:extLst>
              <a:ext uri="{FF2B5EF4-FFF2-40B4-BE49-F238E27FC236}">
                <a16:creationId xmlns:a16="http://schemas.microsoft.com/office/drawing/2014/main" id="{1322A978-40C4-8B8A-6845-F2154398A0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4815122" y="3295525"/>
            <a:ext cx="6331444" cy="527614"/>
          </a:xfrm>
        </p:spPr>
        <p:txBody>
          <a:bodyPr anchor="b" anchorCtr="0">
            <a:noAutofit/>
          </a:bodyPr>
          <a:lstStyle>
            <a:lvl1pPr marL="0" algn="l" defTabSz="914400" rtl="0" eaLnBrk="1" latinLnBrk="0" hangingPunct="0">
              <a:lnSpc>
                <a:spcPct val="90000"/>
              </a:lnSpc>
              <a:spcBef>
                <a:spcPct val="0"/>
              </a:spcBef>
              <a:buNone/>
              <a:defRPr lang="en-US" sz="3400" b="1" i="0" kern="1200" spc="0" baseline="0" dirty="0">
                <a:solidFill>
                  <a:schemeClr val="bg1"/>
                </a:solidFill>
                <a:latin typeface="Unilever Desire Semi Bold" pitchFamily="2" charset="77"/>
                <a:ea typeface="+mj-ea"/>
                <a:cs typeface="+mj-cs"/>
              </a:defRPr>
            </a:lvl1pPr>
          </a:lstStyle>
          <a:p>
            <a:r>
              <a:rPr lang="en-GB"/>
              <a:t>Document title </a:t>
            </a:r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A5265A4-60F5-B5BE-D8C6-F1EE6E8B8A0E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818447" y="3978096"/>
            <a:ext cx="2522918" cy="405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GB" sz="1800" b="0" i="0" kern="1200" spc="0" baseline="0" dirty="0">
                <a:solidFill>
                  <a:schemeClr val="tx1">
                    <a:lumMod val="20000"/>
                    <a:lumOff val="80000"/>
                  </a:schemeClr>
                </a:solidFill>
                <a:latin typeface="Unilever Desire" pitchFamily="2" charset="77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</a:pPr>
            <a:r>
              <a:rPr lang="en-GB"/>
              <a:t>Date</a:t>
            </a:r>
          </a:p>
        </p:txBody>
      </p:sp>
      <p:sp>
        <p:nvSpPr>
          <p:cNvPr id="4" name="Round Same-side Corner of Rectangle 3">
            <a:extLst>
              <a:ext uri="{FF2B5EF4-FFF2-40B4-BE49-F238E27FC236}">
                <a16:creationId xmlns:a16="http://schemas.microsoft.com/office/drawing/2014/main" id="{BF104A6C-F88C-9090-8123-F97B96E865ED}"/>
              </a:ext>
            </a:extLst>
          </p:cNvPr>
          <p:cNvSpPr/>
          <p:nvPr userDrawn="1"/>
        </p:nvSpPr>
        <p:spPr>
          <a:xfrm rot="16200000">
            <a:off x="7098766" y="-2386689"/>
            <a:ext cx="2117563" cy="806890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F7F0"/>
          </a:solidFill>
          <a:ln w="12186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A0D0335-4172-280F-BE3B-74AE6623AC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575653" y="671507"/>
            <a:ext cx="5281679" cy="195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01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: 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2875864E-E29B-856B-5A57-4F3B86D0D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529201" y="1863967"/>
            <a:ext cx="8638246" cy="2186066"/>
          </a:xfrm>
        </p:spPr>
        <p:txBody>
          <a:bodyPr anchor="b" anchorCtr="0">
            <a:noAutofit/>
          </a:bodyPr>
          <a:lstStyle>
            <a:lvl1pPr algn="l" hangingPunct="0">
              <a:defRPr sz="7200" b="1" i="0" spc="0" baseline="0">
                <a:solidFill>
                  <a:schemeClr val="bg1"/>
                </a:solidFill>
                <a:latin typeface="Unilever Desire Semi Bold" pitchFamily="2" charset="77"/>
              </a:defRPr>
            </a:lvl1pPr>
          </a:lstStyle>
          <a:p>
            <a:r>
              <a:rPr lang="en-GB"/>
              <a:t>Document title here </a:t>
            </a:r>
            <a:endParaRPr lang="en-US"/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D9521E8F-64C5-0994-49D4-53C5C1D6F717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29201" y="4654120"/>
            <a:ext cx="2522918" cy="405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GB" sz="1700" b="0" i="0" kern="1200" spc="0" baseline="0" dirty="0">
                <a:solidFill>
                  <a:schemeClr val="tx1">
                    <a:lumMod val="20000"/>
                    <a:lumOff val="80000"/>
                  </a:schemeClr>
                </a:solidFill>
                <a:latin typeface="Unilever Desire" pitchFamily="2" charset="77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</a:pPr>
            <a:r>
              <a:rPr lang="en-GB"/>
              <a:t>Date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29200" y="4134319"/>
            <a:ext cx="5681663" cy="460229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lang="en-US" sz="2400" b="1" i="0" kern="1200" spc="0" baseline="0" dirty="0">
                <a:solidFill>
                  <a:schemeClr val="bg1"/>
                </a:solidFill>
                <a:latin typeface="Unilever Desire Semi Bold" pitchFamily="2" charset="77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Secondary information</a:t>
            </a:r>
            <a:endParaRPr lang="en-US"/>
          </a:p>
        </p:txBody>
      </p:sp>
      <p:sp>
        <p:nvSpPr>
          <p:cNvPr id="4" name="Round Same-side Corner of Rectangle 3">
            <a:extLst>
              <a:ext uri="{FF2B5EF4-FFF2-40B4-BE49-F238E27FC236}">
                <a16:creationId xmlns:a16="http://schemas.microsoft.com/office/drawing/2014/main" id="{54284777-2D43-7464-9138-7DEABF46CCEA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841984" y="-1004105"/>
            <a:ext cx="895864" cy="38041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F7F0"/>
          </a:solidFill>
          <a:ln w="12186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pic>
        <p:nvPicPr>
          <p:cNvPr id="5" name="Graphic 11">
            <a:extLst>
              <a:ext uri="{FF2B5EF4-FFF2-40B4-BE49-F238E27FC236}">
                <a16:creationId xmlns:a16="http://schemas.microsoft.com/office/drawing/2014/main" id="{162BC7C3-ED82-E074-D783-8B406F082D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05634" y="450049"/>
            <a:ext cx="2423379" cy="89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89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: SECTION - Sk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: Aurora">
            <a:extLst>
              <a:ext uri="{FF2B5EF4-FFF2-40B4-BE49-F238E27FC236}">
                <a16:creationId xmlns:a16="http://schemas.microsoft.com/office/drawing/2014/main" id="{F6A23321-C744-4341-AD4B-1F0CDB614F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-8011" y="0"/>
            <a:ext cx="12192000" cy="6858000"/>
          </a:xfrm>
          <a:prstGeom prst="rect">
            <a:avLst/>
          </a:prstGeom>
        </p:spPr>
      </p:pic>
      <p:sp>
        <p:nvSpPr>
          <p:cNvPr id="8" name="Mask">
            <a:extLst>
              <a:ext uri="{FF2B5EF4-FFF2-40B4-BE49-F238E27FC236}">
                <a16:creationId xmlns:a16="http://schemas.microsoft.com/office/drawing/2014/main" id="{9076AA35-4242-EF68-07D3-1AAB90D665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011" y="265165"/>
            <a:ext cx="10762325" cy="65983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00" extrusionOk="0">
                <a:moveTo>
                  <a:pt x="22" y="92"/>
                </a:moveTo>
                <a:cubicBezTo>
                  <a:pt x="3621" y="-300"/>
                  <a:pt x="7187" y="571"/>
                  <a:pt x="10473" y="2569"/>
                </a:cubicBezTo>
                <a:cubicBezTo>
                  <a:pt x="12753" y="3955"/>
                  <a:pt x="14912" y="5895"/>
                  <a:pt x="16758" y="8507"/>
                </a:cubicBezTo>
                <a:cubicBezTo>
                  <a:pt x="17963" y="10212"/>
                  <a:pt x="19001" y="12166"/>
                  <a:pt x="19822" y="14322"/>
                </a:cubicBezTo>
                <a:cubicBezTo>
                  <a:pt x="20645" y="16482"/>
                  <a:pt x="21247" y="18835"/>
                  <a:pt x="21600" y="21300"/>
                </a:cubicBezTo>
                <a:lnTo>
                  <a:pt x="0" y="21269"/>
                </a:lnTo>
                <a:lnTo>
                  <a:pt x="22" y="92"/>
                </a:ln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 b="1" i="0">
              <a:latin typeface="Unilever Desire Semi Bold" pitchFamily="2" charset="77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84375" y="3429000"/>
            <a:ext cx="8079762" cy="2559012"/>
          </a:xfrm>
        </p:spPr>
        <p:txBody>
          <a:bodyPr anchor="t" anchorCtr="0">
            <a:noAutofit/>
          </a:bodyPr>
          <a:lstStyle>
            <a:lvl1pPr algn="l" defTabSz="914400" rtl="0" eaLnBrk="1" latinLnBrk="0" hangingPunct="0">
              <a:lnSpc>
                <a:spcPct val="90000"/>
              </a:lnSpc>
              <a:spcBef>
                <a:spcPct val="0"/>
              </a:spcBef>
              <a:buNone/>
              <a:defRPr lang="en-US" sz="7200" b="1" i="0" kern="1200" spc="0" baseline="0" dirty="0">
                <a:solidFill>
                  <a:schemeClr val="bg1"/>
                </a:solidFill>
                <a:latin typeface="Unilever Desire Semi Bold" pitchFamily="2" charset="77"/>
                <a:ea typeface="+mj-ea"/>
                <a:cs typeface="+mj-cs"/>
              </a:defRPr>
            </a:lvl1pPr>
          </a:lstStyle>
          <a:p>
            <a:r>
              <a:rPr lang="en-GB"/>
              <a:t>Section title </a:t>
            </a:r>
            <a:br>
              <a:rPr lang="en-GB"/>
            </a:br>
            <a:r>
              <a:rPr lang="en-GB"/>
              <a:t>goes here</a:t>
            </a:r>
            <a:endParaRPr lang="en-US"/>
          </a:p>
        </p:txBody>
      </p:sp>
      <p:sp>
        <p:nvSpPr>
          <p:cNvPr id="3" name="Section Topic"/>
          <p:cNvSpPr>
            <a:spLocks noGrp="1"/>
          </p:cNvSpPr>
          <p:nvPr>
            <p:ph type="body" idx="1" hasCustomPrompt="1"/>
          </p:nvPr>
        </p:nvSpPr>
        <p:spPr>
          <a:xfrm>
            <a:off x="493802" y="2775847"/>
            <a:ext cx="5683341" cy="47867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lang="en-GB" sz="2000" b="1" i="0" kern="1200" spc="0" baseline="0" dirty="0">
                <a:solidFill>
                  <a:schemeClr val="tx1">
                    <a:lumMod val="20000"/>
                    <a:lumOff val="80000"/>
                  </a:schemeClr>
                </a:solidFill>
                <a:latin typeface="Unilever Desire Semi Bold" pitchFamily="2" charset="77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</a:pPr>
            <a:r>
              <a:rPr lang="en-GB"/>
              <a:t>Section Name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7071E057-90E4-75C2-E8F7-F5A06DAC26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11482598" y="6337472"/>
            <a:ext cx="474937" cy="26217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fld id="{7624A5FC-F7B9-3F4D-861F-9DDB8C0A408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C1CD0C5F-5E86-6AA9-AEBD-79E62C67B967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841984" y="-1004105"/>
            <a:ext cx="895864" cy="38041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F7F0"/>
          </a:solidFill>
          <a:ln w="12186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pic>
        <p:nvPicPr>
          <p:cNvPr id="6" name="Graphic 11">
            <a:extLst>
              <a:ext uri="{FF2B5EF4-FFF2-40B4-BE49-F238E27FC236}">
                <a16:creationId xmlns:a16="http://schemas.microsoft.com/office/drawing/2014/main" id="{46DC6AAD-6775-3653-9E11-FBDE6DF601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05634" y="450049"/>
            <a:ext cx="2423379" cy="89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89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: SECTION - Earth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: Aurora">
            <a:extLst>
              <a:ext uri="{FF2B5EF4-FFF2-40B4-BE49-F238E27FC236}">
                <a16:creationId xmlns:a16="http://schemas.microsoft.com/office/drawing/2014/main" id="{7BB3A4BE-9745-D166-5DBD-09914DC2A9F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-8012" y="0"/>
            <a:ext cx="12200012" cy="6862506"/>
          </a:xfrm>
          <a:prstGeom prst="rect">
            <a:avLst/>
          </a:prstGeom>
        </p:spPr>
      </p:pic>
      <p:sp>
        <p:nvSpPr>
          <p:cNvPr id="6" name="Mask">
            <a:extLst>
              <a:ext uri="{FF2B5EF4-FFF2-40B4-BE49-F238E27FC236}">
                <a16:creationId xmlns:a16="http://schemas.microsoft.com/office/drawing/2014/main" id="{EA0964CC-2124-4078-C952-AA943634C3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011" y="265165"/>
            <a:ext cx="10762325" cy="65983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00" extrusionOk="0">
                <a:moveTo>
                  <a:pt x="22" y="92"/>
                </a:moveTo>
                <a:cubicBezTo>
                  <a:pt x="3621" y="-300"/>
                  <a:pt x="7187" y="571"/>
                  <a:pt x="10473" y="2569"/>
                </a:cubicBezTo>
                <a:cubicBezTo>
                  <a:pt x="12753" y="3955"/>
                  <a:pt x="14912" y="5895"/>
                  <a:pt x="16758" y="8507"/>
                </a:cubicBezTo>
                <a:cubicBezTo>
                  <a:pt x="17963" y="10212"/>
                  <a:pt x="19001" y="12166"/>
                  <a:pt x="19822" y="14322"/>
                </a:cubicBezTo>
                <a:cubicBezTo>
                  <a:pt x="20645" y="16482"/>
                  <a:pt x="21247" y="18835"/>
                  <a:pt x="21600" y="21300"/>
                </a:cubicBezTo>
                <a:lnTo>
                  <a:pt x="0" y="21269"/>
                </a:lnTo>
                <a:lnTo>
                  <a:pt x="22" y="92"/>
                </a:lnTo>
                <a:close/>
              </a:path>
            </a:pathLst>
          </a:custGeom>
          <a:solidFill>
            <a:schemeClr val="bg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 b="1" i="0">
              <a:latin typeface="Unilever Desire Semi Bold" pitchFamily="2" charset="77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84374" y="3429000"/>
            <a:ext cx="8090913" cy="2559012"/>
          </a:xfrm>
        </p:spPr>
        <p:txBody>
          <a:bodyPr anchor="t" anchorCtr="0">
            <a:noAutofit/>
          </a:bodyPr>
          <a:lstStyle>
            <a:lvl1pPr algn="l" defTabSz="914400" rtl="0" eaLnBrk="1" latinLnBrk="0" hangingPunct="0">
              <a:lnSpc>
                <a:spcPct val="90000"/>
              </a:lnSpc>
              <a:spcBef>
                <a:spcPct val="0"/>
              </a:spcBef>
              <a:buNone/>
              <a:defRPr lang="en-US" sz="7200" b="0" i="0" kern="1200" spc="0" baseline="0" dirty="0">
                <a:solidFill>
                  <a:schemeClr val="tx1"/>
                </a:solidFill>
                <a:latin typeface="Unilever Desire Semi Bold" pitchFamily="2" charset="77"/>
                <a:ea typeface="+mj-ea"/>
                <a:cs typeface="+mj-cs"/>
              </a:defRPr>
            </a:lvl1pPr>
          </a:lstStyle>
          <a:p>
            <a:r>
              <a:rPr lang="en-GB"/>
              <a:t>Section title </a:t>
            </a:r>
            <a:br>
              <a:rPr lang="en-GB"/>
            </a:br>
            <a:r>
              <a:rPr lang="en-GB"/>
              <a:t>goes here</a:t>
            </a:r>
            <a:endParaRPr lang="en-US"/>
          </a:p>
        </p:txBody>
      </p:sp>
      <p:sp>
        <p:nvSpPr>
          <p:cNvPr id="3" name="Section Topic"/>
          <p:cNvSpPr>
            <a:spLocks noGrp="1"/>
          </p:cNvSpPr>
          <p:nvPr>
            <p:ph type="body" idx="1" hasCustomPrompt="1"/>
          </p:nvPr>
        </p:nvSpPr>
        <p:spPr>
          <a:xfrm>
            <a:off x="503229" y="2775847"/>
            <a:ext cx="5683341" cy="47867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lang="en-GB" sz="2000" b="1" i="0" kern="1200" spc="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Unilever Desire Semi Bold" pitchFamily="2" charset="77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</a:pPr>
            <a:r>
              <a:rPr lang="en-GB"/>
              <a:t>Section Name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9F7A4144-DD2F-A7EC-83F6-FD943A8055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4" name="Graphic 11">
            <a:extLst>
              <a:ext uri="{FF2B5EF4-FFF2-40B4-BE49-F238E27FC236}">
                <a16:creationId xmlns:a16="http://schemas.microsoft.com/office/drawing/2014/main" id="{38956194-066C-15E0-F5F9-C36DDCDEC0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903216" y="257920"/>
            <a:ext cx="3052524" cy="103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00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: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D7CECF70-B86B-FEE1-5CA2-1E77A11AF8E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372821" y="1014700"/>
            <a:ext cx="10231989" cy="814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lang="en-GB" sz="4400" b="1" i="0" kern="800" spc="0" baseline="0" dirty="0">
                <a:solidFill>
                  <a:schemeClr val="tx2"/>
                </a:solidFill>
                <a:latin typeface="Unilever Desire Semi Bold" pitchFamily="2" charset="77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</a:pPr>
            <a:r>
              <a:rPr lang="en-GB"/>
              <a:t>Engaging page title goes here</a:t>
            </a:r>
          </a:p>
        </p:txBody>
      </p:sp>
      <p:sp>
        <p:nvSpPr>
          <p:cNvPr id="4" name="Section Topic">
            <a:extLst>
              <a:ext uri="{FF2B5EF4-FFF2-40B4-BE49-F238E27FC236}">
                <a16:creationId xmlns:a16="http://schemas.microsoft.com/office/drawing/2014/main" id="{0F1B4F75-01B8-FFB2-1099-6124FD109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EB6A062-924E-93ED-8CD7-3E803D412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642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: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A105F0E2-7D7D-22C8-9EEB-5C0E6DF01B44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372822" y="1226569"/>
            <a:ext cx="5169334" cy="1327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lang="en-GB" sz="4400" b="1" i="0" kern="800" spc="0" baseline="0" dirty="0">
                <a:solidFill>
                  <a:schemeClr val="tx2"/>
                </a:solidFill>
                <a:latin typeface="Unilever Desire Semi Bold" pitchFamily="2" charset="77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</a:pPr>
            <a:r>
              <a:rPr lang="en-GB"/>
              <a:t>Engaging page title goes here</a:t>
            </a:r>
          </a:p>
        </p:txBody>
      </p:sp>
      <p:sp>
        <p:nvSpPr>
          <p:cNvPr id="7" name="Section Topic">
            <a:extLst>
              <a:ext uri="{FF2B5EF4-FFF2-40B4-BE49-F238E27FC236}">
                <a16:creationId xmlns:a16="http://schemas.microsoft.com/office/drawing/2014/main" id="{3439812F-0CE5-6AB3-AE20-7253516DB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Body Copy">
            <a:extLst>
              <a:ext uri="{FF2B5EF4-FFF2-40B4-BE49-F238E27FC236}">
                <a16:creationId xmlns:a16="http://schemas.microsoft.com/office/drawing/2014/main" id="{9067A0EC-E67B-7F0D-FC7A-49FCCB9F5D5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72514" y="2733574"/>
            <a:ext cx="4584498" cy="37467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lang="en-GB" sz="1200" b="0" i="0" kern="1200" spc="0" dirty="0" smtClean="0">
                <a:solidFill>
                  <a:schemeClr val="tx2"/>
                </a:solidFill>
                <a:latin typeface="Unilever Desire" pitchFamily="2" charset="77"/>
                <a:ea typeface="+mn-ea"/>
                <a:cs typeface="+mn-cs"/>
              </a:defRPr>
            </a:lvl1pPr>
            <a:lvl2pPr marL="285750" indent="-285750" hangingPunc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1200" b="0" i="0" spc="0">
                <a:latin typeface="Unilever Desire" pitchFamily="2" charset="77"/>
              </a:defRPr>
            </a:lvl2pPr>
            <a:lvl3pPr marL="360000" indent="108000" hangingPunc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1200" b="0" i="0" spc="0">
                <a:latin typeface="Unilever Desire" pitchFamily="2" charset="77"/>
              </a:defRPr>
            </a:lvl3pPr>
            <a:lvl4pPr marL="669925" indent="-131763" hangingPunc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System Font Regular"/>
              <a:buChar char="–"/>
              <a:tabLst/>
              <a:defRPr sz="1200" b="0" i="0" spc="0">
                <a:latin typeface="Unilever Desire" pitchFamily="2" charset="77"/>
              </a:defRPr>
            </a:lvl4pPr>
            <a:lvl5pPr marL="803275" indent="-133350">
              <a:buFont typeface="System Font Regular"/>
              <a:buChar char="–"/>
              <a:tabLst/>
              <a:defRPr sz="1200" b="1" i="0">
                <a:latin typeface="Visby CF Demi Bold" pitchFamily="2" charset="77"/>
              </a:defRPr>
            </a:lvl5pPr>
          </a:lstStyle>
          <a:p>
            <a:pPr lvl="0"/>
            <a:r>
              <a:rPr lang="en-GB"/>
              <a:t>Type body copy here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EB6A062-924E-93ED-8CD7-3E803D412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702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: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10F88485-6A47-0167-E3C5-82CF170A95B6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011313" y="1182030"/>
            <a:ext cx="5362931" cy="1494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lang="en-GB" sz="4400" b="1" i="0" kern="800" spc="0" baseline="0" dirty="0">
                <a:solidFill>
                  <a:schemeClr val="tx2"/>
                </a:solidFill>
                <a:latin typeface="Unilever Desire Semi Bold" pitchFamily="2" charset="77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</a:pPr>
            <a:r>
              <a:rPr lang="en-GB"/>
              <a:t>Engaging page title goes here</a:t>
            </a:r>
          </a:p>
        </p:txBody>
      </p:sp>
      <p:sp>
        <p:nvSpPr>
          <p:cNvPr id="2" name="Section Topic">
            <a:extLst>
              <a:ext uri="{FF2B5EF4-FFF2-40B4-BE49-F238E27FC236}">
                <a16:creationId xmlns:a16="http://schemas.microsoft.com/office/drawing/2014/main" id="{D7818565-69F0-08D1-0BC0-99172295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Body Copy">
            <a:extLst>
              <a:ext uri="{FF2B5EF4-FFF2-40B4-BE49-F238E27FC236}">
                <a16:creationId xmlns:a16="http://schemas.microsoft.com/office/drawing/2014/main" id="{9067A0EC-E67B-7F0D-FC7A-49FCCB9F5D5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11314" y="2936775"/>
            <a:ext cx="4800620" cy="34724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lang="en-GB" sz="1200" b="0" i="0" kern="1200" spc="0" dirty="0" smtClean="0">
                <a:solidFill>
                  <a:schemeClr val="tx2"/>
                </a:solidFill>
                <a:latin typeface="Unilever Desire" pitchFamily="2" charset="77"/>
                <a:ea typeface="+mn-ea"/>
                <a:cs typeface="+mn-cs"/>
              </a:defRPr>
            </a:lvl1pPr>
            <a:lvl2pPr marL="285750" indent="-285750" hangingPunc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1200" b="0" i="0" spc="0">
                <a:latin typeface="Unilever Desire" pitchFamily="2" charset="77"/>
              </a:defRPr>
            </a:lvl2pPr>
            <a:lvl3pPr marL="360000" indent="108000" hangingPunc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1200" b="0" i="0" spc="0">
                <a:latin typeface="Unilever Desire" pitchFamily="2" charset="77"/>
              </a:defRPr>
            </a:lvl3pPr>
            <a:lvl4pPr marL="669925" indent="-131763" hangingPunc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System Font Regular"/>
              <a:buChar char="–"/>
              <a:tabLst/>
              <a:defRPr sz="1200" b="0" i="0" spc="0">
                <a:latin typeface="Unilever Desire" pitchFamily="2" charset="77"/>
              </a:defRPr>
            </a:lvl4pPr>
            <a:lvl5pPr marL="803275" indent="-133350">
              <a:buFont typeface="System Font Regular"/>
              <a:buChar char="–"/>
              <a:tabLst/>
              <a:defRPr sz="1200" b="1" i="0">
                <a:latin typeface="Visby CF Demi Bold" pitchFamily="2" charset="77"/>
              </a:defRPr>
            </a:lvl5pPr>
          </a:lstStyle>
          <a:p>
            <a:pPr lvl="0"/>
            <a:r>
              <a:rPr lang="en-GB"/>
              <a:t>Type body copy here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EB6A062-924E-93ED-8CD7-3E803D412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0292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: Left -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F8A45993-2F18-4A82-80F3-5A99A2A1014E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372513" y="947855"/>
            <a:ext cx="5582238" cy="141832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lang="en-GB" sz="4400" b="1" i="0" kern="800" spc="0" baseline="0" dirty="0">
                <a:solidFill>
                  <a:schemeClr val="tx2"/>
                </a:solidFill>
                <a:latin typeface="Unilever Desire Semi Bold" pitchFamily="2" charset="77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</a:pPr>
            <a:r>
              <a:rPr lang="en-GB"/>
              <a:t>Engaging page title goes here</a:t>
            </a:r>
          </a:p>
        </p:txBody>
      </p:sp>
      <p:sp>
        <p:nvSpPr>
          <p:cNvPr id="3" name="Section Topic">
            <a:extLst>
              <a:ext uri="{FF2B5EF4-FFF2-40B4-BE49-F238E27FC236}">
                <a16:creationId xmlns:a16="http://schemas.microsoft.com/office/drawing/2014/main" id="{E13E08FA-5172-CAAF-AC63-66DB1FC5F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Body Copy">
            <a:extLst>
              <a:ext uri="{FF2B5EF4-FFF2-40B4-BE49-F238E27FC236}">
                <a16:creationId xmlns:a16="http://schemas.microsoft.com/office/drawing/2014/main" id="{E7855C47-43DB-ABBF-01F9-319E5E337F4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72513" y="2589195"/>
            <a:ext cx="4988759" cy="37467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lang="en-GB" sz="1200" b="0" i="0" kern="1200" spc="0" dirty="0" smtClean="0">
                <a:solidFill>
                  <a:schemeClr val="tx2"/>
                </a:solidFill>
                <a:latin typeface="Unilever Desire" pitchFamily="2" charset="77"/>
                <a:ea typeface="+mn-ea"/>
                <a:cs typeface="+mn-cs"/>
              </a:defRPr>
            </a:lvl1pPr>
            <a:lvl2pPr marL="285750" indent="-285750" hangingPunc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1200" b="0" i="0" spc="0">
                <a:latin typeface="Unilever Desire" pitchFamily="2" charset="77"/>
              </a:defRPr>
            </a:lvl2pPr>
            <a:lvl3pPr marL="360000" indent="108000" hangingPunc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1200" b="0" i="0" spc="0">
                <a:latin typeface="Unilever Desire" pitchFamily="2" charset="77"/>
              </a:defRPr>
            </a:lvl3pPr>
            <a:lvl4pPr marL="669925" indent="-131763" hangingPunc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System Font Regular"/>
              <a:buChar char="–"/>
              <a:tabLst/>
              <a:defRPr sz="1200" b="0" i="0" spc="0">
                <a:latin typeface="Unilever Desire" pitchFamily="2" charset="77"/>
              </a:defRPr>
            </a:lvl4pPr>
            <a:lvl5pPr marL="803275" indent="-133350">
              <a:buFont typeface="System Font Regular"/>
              <a:buChar char="–"/>
              <a:tabLst/>
              <a:defRPr sz="1200" b="1" i="0">
                <a:latin typeface="Visby CF Demi Bold" pitchFamily="2" charset="77"/>
              </a:defRPr>
            </a:lvl5pPr>
          </a:lstStyle>
          <a:p>
            <a:pPr lvl="0"/>
            <a:r>
              <a:rPr lang="en-GB"/>
              <a:t>Type body copy here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US"/>
          </a:p>
        </p:txBody>
      </p:sp>
      <p:sp>
        <p:nvSpPr>
          <p:cNvPr id="4" name="Image">
            <a:extLst>
              <a:ext uri="{FF2B5EF4-FFF2-40B4-BE49-F238E27FC236}">
                <a16:creationId xmlns:a16="http://schemas.microsoft.com/office/drawing/2014/main" id="{79EA38B3-D458-F78D-04A5-51D17DC3B78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69084" y="1294768"/>
            <a:ext cx="4911725" cy="5169551"/>
          </a:xfrm>
          <a:custGeom>
            <a:avLst/>
            <a:gdLst>
              <a:gd name="connsiteX0" fmla="*/ 0 w 6564312"/>
              <a:gd name="connsiteY0" fmla="*/ 0 h 6566235"/>
              <a:gd name="connsiteX1" fmla="*/ 6564312 w 6564312"/>
              <a:gd name="connsiteY1" fmla="*/ 0 h 6566235"/>
              <a:gd name="connsiteX2" fmla="*/ 6564312 w 6564312"/>
              <a:gd name="connsiteY2" fmla="*/ 3598737 h 6566235"/>
              <a:gd name="connsiteX3" fmla="*/ 6564105 w 6564312"/>
              <a:gd name="connsiteY3" fmla="*/ 3607210 h 6566235"/>
              <a:gd name="connsiteX4" fmla="*/ 3261221 w 6564312"/>
              <a:gd name="connsiteY4" fmla="*/ 6566235 h 6566235"/>
              <a:gd name="connsiteX5" fmla="*/ 2085 w 6564312"/>
              <a:gd name="connsiteY5" fmla="*/ 3746574 h 6566235"/>
              <a:gd name="connsiteX6" fmla="*/ 0 w 6564312"/>
              <a:gd name="connsiteY6" fmla="*/ 3716193 h 6566235"/>
              <a:gd name="connsiteX0" fmla="*/ 0 w 6564312"/>
              <a:gd name="connsiteY0" fmla="*/ 0 h 6566862"/>
              <a:gd name="connsiteX1" fmla="*/ 6564312 w 6564312"/>
              <a:gd name="connsiteY1" fmla="*/ 0 h 6566862"/>
              <a:gd name="connsiteX2" fmla="*/ 6564312 w 6564312"/>
              <a:gd name="connsiteY2" fmla="*/ 3598737 h 6566862"/>
              <a:gd name="connsiteX3" fmla="*/ 6564105 w 6564312"/>
              <a:gd name="connsiteY3" fmla="*/ 3607210 h 6566862"/>
              <a:gd name="connsiteX4" fmla="*/ 3261221 w 6564312"/>
              <a:gd name="connsiteY4" fmla="*/ 6566235 h 6566862"/>
              <a:gd name="connsiteX5" fmla="*/ 2085 w 6564312"/>
              <a:gd name="connsiteY5" fmla="*/ 3746574 h 6566862"/>
              <a:gd name="connsiteX6" fmla="*/ 0 w 6564312"/>
              <a:gd name="connsiteY6" fmla="*/ 3716193 h 6566862"/>
              <a:gd name="connsiteX7" fmla="*/ 0 w 6564312"/>
              <a:gd name="connsiteY7" fmla="*/ 0 h 6566862"/>
              <a:gd name="connsiteX0" fmla="*/ 0 w 6564312"/>
              <a:gd name="connsiteY0" fmla="*/ 0 h 6157422"/>
              <a:gd name="connsiteX1" fmla="*/ 6564312 w 6564312"/>
              <a:gd name="connsiteY1" fmla="*/ 0 h 6157422"/>
              <a:gd name="connsiteX2" fmla="*/ 6564312 w 6564312"/>
              <a:gd name="connsiteY2" fmla="*/ 3598737 h 6157422"/>
              <a:gd name="connsiteX3" fmla="*/ 6564105 w 6564312"/>
              <a:gd name="connsiteY3" fmla="*/ 3607210 h 6157422"/>
              <a:gd name="connsiteX4" fmla="*/ 3286868 w 6564312"/>
              <a:gd name="connsiteY4" fmla="*/ 6156690 h 6157422"/>
              <a:gd name="connsiteX5" fmla="*/ 2085 w 6564312"/>
              <a:gd name="connsiteY5" fmla="*/ 3746574 h 6157422"/>
              <a:gd name="connsiteX6" fmla="*/ 0 w 6564312"/>
              <a:gd name="connsiteY6" fmla="*/ 3716193 h 6157422"/>
              <a:gd name="connsiteX7" fmla="*/ 0 w 6564312"/>
              <a:gd name="connsiteY7" fmla="*/ 0 h 6157422"/>
              <a:gd name="connsiteX0" fmla="*/ 0 w 6564312"/>
              <a:gd name="connsiteY0" fmla="*/ 0 h 6458478"/>
              <a:gd name="connsiteX1" fmla="*/ 6564312 w 6564312"/>
              <a:gd name="connsiteY1" fmla="*/ 0 h 6458478"/>
              <a:gd name="connsiteX2" fmla="*/ 6564312 w 6564312"/>
              <a:gd name="connsiteY2" fmla="*/ 3598737 h 6458478"/>
              <a:gd name="connsiteX3" fmla="*/ 6564105 w 6564312"/>
              <a:gd name="connsiteY3" fmla="*/ 3607210 h 6458478"/>
              <a:gd name="connsiteX4" fmla="*/ 3312517 w 6564312"/>
              <a:gd name="connsiteY4" fmla="*/ 6457827 h 6458478"/>
              <a:gd name="connsiteX5" fmla="*/ 2085 w 6564312"/>
              <a:gd name="connsiteY5" fmla="*/ 3746574 h 6458478"/>
              <a:gd name="connsiteX6" fmla="*/ 0 w 6564312"/>
              <a:gd name="connsiteY6" fmla="*/ 3716193 h 6458478"/>
              <a:gd name="connsiteX7" fmla="*/ 0 w 6564312"/>
              <a:gd name="connsiteY7" fmla="*/ 0 h 6458478"/>
              <a:gd name="connsiteX0" fmla="*/ 0 w 6564312"/>
              <a:gd name="connsiteY0" fmla="*/ 0 h 6458479"/>
              <a:gd name="connsiteX1" fmla="*/ 6564312 w 6564312"/>
              <a:gd name="connsiteY1" fmla="*/ 0 h 6458479"/>
              <a:gd name="connsiteX2" fmla="*/ 6564312 w 6564312"/>
              <a:gd name="connsiteY2" fmla="*/ 3598737 h 6458479"/>
              <a:gd name="connsiteX3" fmla="*/ 6564105 w 6564312"/>
              <a:gd name="connsiteY3" fmla="*/ 3607210 h 6458479"/>
              <a:gd name="connsiteX4" fmla="*/ 3312517 w 6564312"/>
              <a:gd name="connsiteY4" fmla="*/ 6457827 h 6458479"/>
              <a:gd name="connsiteX5" fmla="*/ 2085 w 6564312"/>
              <a:gd name="connsiteY5" fmla="*/ 3746574 h 6458479"/>
              <a:gd name="connsiteX6" fmla="*/ 0 w 6564312"/>
              <a:gd name="connsiteY6" fmla="*/ 3716193 h 6458479"/>
              <a:gd name="connsiteX7" fmla="*/ 0 w 6564312"/>
              <a:gd name="connsiteY7" fmla="*/ 0 h 6458479"/>
              <a:gd name="connsiteX0" fmla="*/ 0 w 6564312"/>
              <a:gd name="connsiteY0" fmla="*/ 0 h 6494606"/>
              <a:gd name="connsiteX1" fmla="*/ 6564312 w 6564312"/>
              <a:gd name="connsiteY1" fmla="*/ 0 h 6494606"/>
              <a:gd name="connsiteX2" fmla="*/ 6564312 w 6564312"/>
              <a:gd name="connsiteY2" fmla="*/ 3598737 h 6494606"/>
              <a:gd name="connsiteX3" fmla="*/ 6564105 w 6564312"/>
              <a:gd name="connsiteY3" fmla="*/ 3607210 h 6494606"/>
              <a:gd name="connsiteX4" fmla="*/ 3376638 w 6564312"/>
              <a:gd name="connsiteY4" fmla="*/ 6493963 h 6494606"/>
              <a:gd name="connsiteX5" fmla="*/ 2085 w 6564312"/>
              <a:gd name="connsiteY5" fmla="*/ 3746574 h 6494606"/>
              <a:gd name="connsiteX6" fmla="*/ 0 w 6564312"/>
              <a:gd name="connsiteY6" fmla="*/ 3716193 h 6494606"/>
              <a:gd name="connsiteX7" fmla="*/ 0 w 6564312"/>
              <a:gd name="connsiteY7" fmla="*/ 0 h 6494606"/>
              <a:gd name="connsiteX0" fmla="*/ 0 w 6564312"/>
              <a:gd name="connsiteY0" fmla="*/ 0 h 6398264"/>
              <a:gd name="connsiteX1" fmla="*/ 6564312 w 6564312"/>
              <a:gd name="connsiteY1" fmla="*/ 0 h 6398264"/>
              <a:gd name="connsiteX2" fmla="*/ 6564312 w 6564312"/>
              <a:gd name="connsiteY2" fmla="*/ 3598737 h 6398264"/>
              <a:gd name="connsiteX3" fmla="*/ 6564105 w 6564312"/>
              <a:gd name="connsiteY3" fmla="*/ 3607210 h 6398264"/>
              <a:gd name="connsiteX4" fmla="*/ 3312517 w 6564312"/>
              <a:gd name="connsiteY4" fmla="*/ 6397599 h 6398264"/>
              <a:gd name="connsiteX5" fmla="*/ 2085 w 6564312"/>
              <a:gd name="connsiteY5" fmla="*/ 3746574 h 6398264"/>
              <a:gd name="connsiteX6" fmla="*/ 0 w 6564312"/>
              <a:gd name="connsiteY6" fmla="*/ 3716193 h 6398264"/>
              <a:gd name="connsiteX7" fmla="*/ 0 w 6564312"/>
              <a:gd name="connsiteY7" fmla="*/ 0 h 6398264"/>
              <a:gd name="connsiteX0" fmla="*/ 0 w 6564312"/>
              <a:gd name="connsiteY0" fmla="*/ 0 h 6482564"/>
              <a:gd name="connsiteX1" fmla="*/ 6564312 w 6564312"/>
              <a:gd name="connsiteY1" fmla="*/ 0 h 6482564"/>
              <a:gd name="connsiteX2" fmla="*/ 6564312 w 6564312"/>
              <a:gd name="connsiteY2" fmla="*/ 3598737 h 6482564"/>
              <a:gd name="connsiteX3" fmla="*/ 6564105 w 6564312"/>
              <a:gd name="connsiteY3" fmla="*/ 3607210 h 6482564"/>
              <a:gd name="connsiteX4" fmla="*/ 3338165 w 6564312"/>
              <a:gd name="connsiteY4" fmla="*/ 6481918 h 6482564"/>
              <a:gd name="connsiteX5" fmla="*/ 2085 w 6564312"/>
              <a:gd name="connsiteY5" fmla="*/ 3746574 h 6482564"/>
              <a:gd name="connsiteX6" fmla="*/ 0 w 6564312"/>
              <a:gd name="connsiteY6" fmla="*/ 3716193 h 6482564"/>
              <a:gd name="connsiteX7" fmla="*/ 0 w 6564312"/>
              <a:gd name="connsiteY7" fmla="*/ 0 h 6482564"/>
              <a:gd name="connsiteX0" fmla="*/ 0 w 6564312"/>
              <a:gd name="connsiteY0" fmla="*/ 0 h 6483336"/>
              <a:gd name="connsiteX1" fmla="*/ 6564312 w 6564312"/>
              <a:gd name="connsiteY1" fmla="*/ 0 h 6483336"/>
              <a:gd name="connsiteX2" fmla="*/ 6564312 w 6564312"/>
              <a:gd name="connsiteY2" fmla="*/ 3598737 h 6483336"/>
              <a:gd name="connsiteX3" fmla="*/ 6564105 w 6564312"/>
              <a:gd name="connsiteY3" fmla="*/ 3607210 h 6483336"/>
              <a:gd name="connsiteX4" fmla="*/ 3338165 w 6564312"/>
              <a:gd name="connsiteY4" fmla="*/ 6481918 h 6483336"/>
              <a:gd name="connsiteX5" fmla="*/ 2085 w 6564312"/>
              <a:gd name="connsiteY5" fmla="*/ 3746574 h 6483336"/>
              <a:gd name="connsiteX6" fmla="*/ 0 w 6564312"/>
              <a:gd name="connsiteY6" fmla="*/ 3716193 h 6483336"/>
              <a:gd name="connsiteX7" fmla="*/ 0 w 6564312"/>
              <a:gd name="connsiteY7" fmla="*/ 0 h 6483336"/>
              <a:gd name="connsiteX0" fmla="*/ 0 w 6566498"/>
              <a:gd name="connsiteY0" fmla="*/ 0 h 6483399"/>
              <a:gd name="connsiteX1" fmla="*/ 6564312 w 6566498"/>
              <a:gd name="connsiteY1" fmla="*/ 0 h 6483399"/>
              <a:gd name="connsiteX2" fmla="*/ 6564312 w 6566498"/>
              <a:gd name="connsiteY2" fmla="*/ 3598737 h 6483399"/>
              <a:gd name="connsiteX3" fmla="*/ 6564105 w 6566498"/>
              <a:gd name="connsiteY3" fmla="*/ 3607210 h 6483399"/>
              <a:gd name="connsiteX4" fmla="*/ 3338165 w 6566498"/>
              <a:gd name="connsiteY4" fmla="*/ 6481918 h 6483399"/>
              <a:gd name="connsiteX5" fmla="*/ 2085 w 6566498"/>
              <a:gd name="connsiteY5" fmla="*/ 3746574 h 6483399"/>
              <a:gd name="connsiteX6" fmla="*/ 0 w 6566498"/>
              <a:gd name="connsiteY6" fmla="*/ 3716193 h 6483399"/>
              <a:gd name="connsiteX7" fmla="*/ 0 w 6566498"/>
              <a:gd name="connsiteY7" fmla="*/ 0 h 6483399"/>
              <a:gd name="connsiteX0" fmla="*/ 0 w 6566498"/>
              <a:gd name="connsiteY0" fmla="*/ 0 h 6483399"/>
              <a:gd name="connsiteX1" fmla="*/ 6564312 w 6566498"/>
              <a:gd name="connsiteY1" fmla="*/ 0 h 6483399"/>
              <a:gd name="connsiteX2" fmla="*/ 6564312 w 6566498"/>
              <a:gd name="connsiteY2" fmla="*/ 3598737 h 6483399"/>
              <a:gd name="connsiteX3" fmla="*/ 6564105 w 6566498"/>
              <a:gd name="connsiteY3" fmla="*/ 3607210 h 6483399"/>
              <a:gd name="connsiteX4" fmla="*/ 3338165 w 6566498"/>
              <a:gd name="connsiteY4" fmla="*/ 6481918 h 6483399"/>
              <a:gd name="connsiteX5" fmla="*/ 2085 w 6566498"/>
              <a:gd name="connsiteY5" fmla="*/ 3746574 h 6483399"/>
              <a:gd name="connsiteX6" fmla="*/ 12824 w 6566498"/>
              <a:gd name="connsiteY6" fmla="*/ 3619830 h 6483399"/>
              <a:gd name="connsiteX7" fmla="*/ 0 w 6566498"/>
              <a:gd name="connsiteY7" fmla="*/ 0 h 6483399"/>
              <a:gd name="connsiteX0" fmla="*/ 0 w 6566498"/>
              <a:gd name="connsiteY0" fmla="*/ 0 h 6483399"/>
              <a:gd name="connsiteX1" fmla="*/ 6564312 w 6566498"/>
              <a:gd name="connsiteY1" fmla="*/ 0 h 6483399"/>
              <a:gd name="connsiteX2" fmla="*/ 6564312 w 6566498"/>
              <a:gd name="connsiteY2" fmla="*/ 3598737 h 6483399"/>
              <a:gd name="connsiteX3" fmla="*/ 6564105 w 6566498"/>
              <a:gd name="connsiteY3" fmla="*/ 3607210 h 6483399"/>
              <a:gd name="connsiteX4" fmla="*/ 3338165 w 6566498"/>
              <a:gd name="connsiteY4" fmla="*/ 6481918 h 6483399"/>
              <a:gd name="connsiteX5" fmla="*/ 2085 w 6566498"/>
              <a:gd name="connsiteY5" fmla="*/ 3746574 h 6483399"/>
              <a:gd name="connsiteX6" fmla="*/ 12824 w 6566498"/>
              <a:gd name="connsiteY6" fmla="*/ 3453572 h 6483399"/>
              <a:gd name="connsiteX7" fmla="*/ 0 w 6566498"/>
              <a:gd name="connsiteY7" fmla="*/ 0 h 6483399"/>
              <a:gd name="connsiteX0" fmla="*/ 0 w 6566498"/>
              <a:gd name="connsiteY0" fmla="*/ 0 h 6482099"/>
              <a:gd name="connsiteX1" fmla="*/ 6564312 w 6566498"/>
              <a:gd name="connsiteY1" fmla="*/ 0 h 6482099"/>
              <a:gd name="connsiteX2" fmla="*/ 6564312 w 6566498"/>
              <a:gd name="connsiteY2" fmla="*/ 3598737 h 6482099"/>
              <a:gd name="connsiteX3" fmla="*/ 6564105 w 6566498"/>
              <a:gd name="connsiteY3" fmla="*/ 3607210 h 6482099"/>
              <a:gd name="connsiteX4" fmla="*/ 3338165 w 6566498"/>
              <a:gd name="connsiteY4" fmla="*/ 6481918 h 6482099"/>
              <a:gd name="connsiteX5" fmla="*/ 16836 w 6566498"/>
              <a:gd name="connsiteY5" fmla="*/ 3746574 h 6482099"/>
              <a:gd name="connsiteX6" fmla="*/ 12824 w 6566498"/>
              <a:gd name="connsiteY6" fmla="*/ 3453572 h 6482099"/>
              <a:gd name="connsiteX7" fmla="*/ 0 w 6566498"/>
              <a:gd name="connsiteY7" fmla="*/ 0 h 6482099"/>
              <a:gd name="connsiteX0" fmla="*/ 0 w 6566498"/>
              <a:gd name="connsiteY0" fmla="*/ 0 h 6481983"/>
              <a:gd name="connsiteX1" fmla="*/ 6564312 w 6566498"/>
              <a:gd name="connsiteY1" fmla="*/ 0 h 6481983"/>
              <a:gd name="connsiteX2" fmla="*/ 6564312 w 6566498"/>
              <a:gd name="connsiteY2" fmla="*/ 3598737 h 6481983"/>
              <a:gd name="connsiteX3" fmla="*/ 6564105 w 6566498"/>
              <a:gd name="connsiteY3" fmla="*/ 3607210 h 6481983"/>
              <a:gd name="connsiteX4" fmla="*/ 3338165 w 6566498"/>
              <a:gd name="connsiteY4" fmla="*/ 6481918 h 6481983"/>
              <a:gd name="connsiteX5" fmla="*/ 11920 w 6566498"/>
              <a:gd name="connsiteY5" fmla="*/ 3691156 h 6481983"/>
              <a:gd name="connsiteX6" fmla="*/ 12824 w 6566498"/>
              <a:gd name="connsiteY6" fmla="*/ 3453572 h 6481983"/>
              <a:gd name="connsiteX7" fmla="*/ 0 w 6566498"/>
              <a:gd name="connsiteY7" fmla="*/ 0 h 6481983"/>
              <a:gd name="connsiteX0" fmla="*/ 0 w 6566498"/>
              <a:gd name="connsiteY0" fmla="*/ 0 h 6482058"/>
              <a:gd name="connsiteX1" fmla="*/ 6564312 w 6566498"/>
              <a:gd name="connsiteY1" fmla="*/ 0 h 6482058"/>
              <a:gd name="connsiteX2" fmla="*/ 6564312 w 6566498"/>
              <a:gd name="connsiteY2" fmla="*/ 3598737 h 6482058"/>
              <a:gd name="connsiteX3" fmla="*/ 6564105 w 6566498"/>
              <a:gd name="connsiteY3" fmla="*/ 3607210 h 6482058"/>
              <a:gd name="connsiteX4" fmla="*/ 3338165 w 6566498"/>
              <a:gd name="connsiteY4" fmla="*/ 6481918 h 6482058"/>
              <a:gd name="connsiteX5" fmla="*/ 11920 w 6566498"/>
              <a:gd name="connsiteY5" fmla="*/ 3691156 h 6482058"/>
              <a:gd name="connsiteX6" fmla="*/ 12824 w 6566498"/>
              <a:gd name="connsiteY6" fmla="*/ 3453572 h 6482058"/>
              <a:gd name="connsiteX7" fmla="*/ 0 w 6566498"/>
              <a:gd name="connsiteY7" fmla="*/ 0 h 6482058"/>
              <a:gd name="connsiteX0" fmla="*/ 0 w 6570310"/>
              <a:gd name="connsiteY0" fmla="*/ 0 h 6482058"/>
              <a:gd name="connsiteX1" fmla="*/ 6564312 w 6570310"/>
              <a:gd name="connsiteY1" fmla="*/ 0 h 6482058"/>
              <a:gd name="connsiteX2" fmla="*/ 6564312 w 6570310"/>
              <a:gd name="connsiteY2" fmla="*/ 3598737 h 6482058"/>
              <a:gd name="connsiteX3" fmla="*/ 6564105 w 6570310"/>
              <a:gd name="connsiteY3" fmla="*/ 3607210 h 6482058"/>
              <a:gd name="connsiteX4" fmla="*/ 3338165 w 6570310"/>
              <a:gd name="connsiteY4" fmla="*/ 6481918 h 6482058"/>
              <a:gd name="connsiteX5" fmla="*/ 11920 w 6570310"/>
              <a:gd name="connsiteY5" fmla="*/ 3691156 h 6482058"/>
              <a:gd name="connsiteX6" fmla="*/ 12824 w 6570310"/>
              <a:gd name="connsiteY6" fmla="*/ 3453572 h 6482058"/>
              <a:gd name="connsiteX7" fmla="*/ 0 w 6570310"/>
              <a:gd name="connsiteY7" fmla="*/ 0 h 6482058"/>
              <a:gd name="connsiteX0" fmla="*/ 0 w 6570310"/>
              <a:gd name="connsiteY0" fmla="*/ 0 h 6482058"/>
              <a:gd name="connsiteX1" fmla="*/ 6564312 w 6570310"/>
              <a:gd name="connsiteY1" fmla="*/ 0 h 6482058"/>
              <a:gd name="connsiteX2" fmla="*/ 6564312 w 6570310"/>
              <a:gd name="connsiteY2" fmla="*/ 3598737 h 6482058"/>
              <a:gd name="connsiteX3" fmla="*/ 6564105 w 6570310"/>
              <a:gd name="connsiteY3" fmla="*/ 3607210 h 6482058"/>
              <a:gd name="connsiteX4" fmla="*/ 3338165 w 6570310"/>
              <a:gd name="connsiteY4" fmla="*/ 6481918 h 6482058"/>
              <a:gd name="connsiteX5" fmla="*/ 11920 w 6570310"/>
              <a:gd name="connsiteY5" fmla="*/ 3691156 h 6482058"/>
              <a:gd name="connsiteX6" fmla="*/ 12824 w 6570310"/>
              <a:gd name="connsiteY6" fmla="*/ 3453572 h 6482058"/>
              <a:gd name="connsiteX7" fmla="*/ 0 w 6570310"/>
              <a:gd name="connsiteY7" fmla="*/ 0 h 6482058"/>
              <a:gd name="connsiteX0" fmla="*/ 0 w 6577935"/>
              <a:gd name="connsiteY0" fmla="*/ 0 h 6482058"/>
              <a:gd name="connsiteX1" fmla="*/ 6564312 w 6577935"/>
              <a:gd name="connsiteY1" fmla="*/ 0 h 6482058"/>
              <a:gd name="connsiteX2" fmla="*/ 6564312 w 6577935"/>
              <a:gd name="connsiteY2" fmla="*/ 3598737 h 6482058"/>
              <a:gd name="connsiteX3" fmla="*/ 6564105 w 6577935"/>
              <a:gd name="connsiteY3" fmla="*/ 3607210 h 6482058"/>
              <a:gd name="connsiteX4" fmla="*/ 3338165 w 6577935"/>
              <a:gd name="connsiteY4" fmla="*/ 6481918 h 6482058"/>
              <a:gd name="connsiteX5" fmla="*/ 11920 w 6577935"/>
              <a:gd name="connsiteY5" fmla="*/ 3691156 h 6482058"/>
              <a:gd name="connsiteX6" fmla="*/ 12824 w 6577935"/>
              <a:gd name="connsiteY6" fmla="*/ 3453572 h 6482058"/>
              <a:gd name="connsiteX7" fmla="*/ 0 w 6577935"/>
              <a:gd name="connsiteY7" fmla="*/ 0 h 6482058"/>
              <a:gd name="connsiteX0" fmla="*/ 0 w 6577935"/>
              <a:gd name="connsiteY0" fmla="*/ 0 h 6482032"/>
              <a:gd name="connsiteX1" fmla="*/ 6564312 w 6577935"/>
              <a:gd name="connsiteY1" fmla="*/ 0 h 6482032"/>
              <a:gd name="connsiteX2" fmla="*/ 6564312 w 6577935"/>
              <a:gd name="connsiteY2" fmla="*/ 3598737 h 6482032"/>
              <a:gd name="connsiteX3" fmla="*/ 6564105 w 6577935"/>
              <a:gd name="connsiteY3" fmla="*/ 3607210 h 6482032"/>
              <a:gd name="connsiteX4" fmla="*/ 3338165 w 6577935"/>
              <a:gd name="connsiteY4" fmla="*/ 6481918 h 6482032"/>
              <a:gd name="connsiteX5" fmla="*/ 11920 w 6577935"/>
              <a:gd name="connsiteY5" fmla="*/ 3691156 h 6482032"/>
              <a:gd name="connsiteX6" fmla="*/ 12824 w 6577935"/>
              <a:gd name="connsiteY6" fmla="*/ 3453572 h 6482032"/>
              <a:gd name="connsiteX7" fmla="*/ 0 w 6577935"/>
              <a:gd name="connsiteY7" fmla="*/ 0 h 6482032"/>
              <a:gd name="connsiteX0" fmla="*/ 0 w 6577935"/>
              <a:gd name="connsiteY0" fmla="*/ 0 h 6481920"/>
              <a:gd name="connsiteX1" fmla="*/ 6564312 w 6577935"/>
              <a:gd name="connsiteY1" fmla="*/ 0 h 6481920"/>
              <a:gd name="connsiteX2" fmla="*/ 6564312 w 6577935"/>
              <a:gd name="connsiteY2" fmla="*/ 3598737 h 6481920"/>
              <a:gd name="connsiteX3" fmla="*/ 6564105 w 6577935"/>
              <a:gd name="connsiteY3" fmla="*/ 3607210 h 6481920"/>
              <a:gd name="connsiteX4" fmla="*/ 3338165 w 6577935"/>
              <a:gd name="connsiteY4" fmla="*/ 6481918 h 6481920"/>
              <a:gd name="connsiteX5" fmla="*/ 11920 w 6577935"/>
              <a:gd name="connsiteY5" fmla="*/ 3691156 h 6481920"/>
              <a:gd name="connsiteX6" fmla="*/ 12824 w 6577935"/>
              <a:gd name="connsiteY6" fmla="*/ 3453572 h 6481920"/>
              <a:gd name="connsiteX7" fmla="*/ 0 w 6577935"/>
              <a:gd name="connsiteY7" fmla="*/ 0 h 6481920"/>
              <a:gd name="connsiteX0" fmla="*/ 0 w 6805658"/>
              <a:gd name="connsiteY0" fmla="*/ 0 h 6312702"/>
              <a:gd name="connsiteX1" fmla="*/ 6564312 w 6805658"/>
              <a:gd name="connsiteY1" fmla="*/ 0 h 6312702"/>
              <a:gd name="connsiteX2" fmla="*/ 6564312 w 6805658"/>
              <a:gd name="connsiteY2" fmla="*/ 3598737 h 6312702"/>
              <a:gd name="connsiteX3" fmla="*/ 6564105 w 6805658"/>
              <a:gd name="connsiteY3" fmla="*/ 3607210 h 6312702"/>
              <a:gd name="connsiteX4" fmla="*/ 3303849 w 6805658"/>
              <a:gd name="connsiteY4" fmla="*/ 6312701 h 6312702"/>
              <a:gd name="connsiteX5" fmla="*/ 11920 w 6805658"/>
              <a:gd name="connsiteY5" fmla="*/ 3691156 h 6312702"/>
              <a:gd name="connsiteX6" fmla="*/ 12824 w 6805658"/>
              <a:gd name="connsiteY6" fmla="*/ 3453572 h 6312702"/>
              <a:gd name="connsiteX7" fmla="*/ 0 w 6805658"/>
              <a:gd name="connsiteY7" fmla="*/ 0 h 6312702"/>
              <a:gd name="connsiteX0" fmla="*/ 0 w 6806295"/>
              <a:gd name="connsiteY0" fmla="*/ 0 h 6489978"/>
              <a:gd name="connsiteX1" fmla="*/ 6564312 w 6806295"/>
              <a:gd name="connsiteY1" fmla="*/ 0 h 6489978"/>
              <a:gd name="connsiteX2" fmla="*/ 6564312 w 6806295"/>
              <a:gd name="connsiteY2" fmla="*/ 3598737 h 6489978"/>
              <a:gd name="connsiteX3" fmla="*/ 6564105 w 6806295"/>
              <a:gd name="connsiteY3" fmla="*/ 3607210 h 6489978"/>
              <a:gd name="connsiteX4" fmla="*/ 3295270 w 6806295"/>
              <a:gd name="connsiteY4" fmla="*/ 6489976 h 6489978"/>
              <a:gd name="connsiteX5" fmla="*/ 11920 w 6806295"/>
              <a:gd name="connsiteY5" fmla="*/ 3691156 h 6489978"/>
              <a:gd name="connsiteX6" fmla="*/ 12824 w 6806295"/>
              <a:gd name="connsiteY6" fmla="*/ 3453572 h 6489978"/>
              <a:gd name="connsiteX7" fmla="*/ 0 w 6806295"/>
              <a:gd name="connsiteY7" fmla="*/ 0 h 6489978"/>
              <a:gd name="connsiteX0" fmla="*/ 0 w 6569898"/>
              <a:gd name="connsiteY0" fmla="*/ 0 h 6489978"/>
              <a:gd name="connsiteX1" fmla="*/ 6564312 w 6569898"/>
              <a:gd name="connsiteY1" fmla="*/ 0 h 6489978"/>
              <a:gd name="connsiteX2" fmla="*/ 6564312 w 6569898"/>
              <a:gd name="connsiteY2" fmla="*/ 3598737 h 6489978"/>
              <a:gd name="connsiteX3" fmla="*/ 6564105 w 6569898"/>
              <a:gd name="connsiteY3" fmla="*/ 3607210 h 6489978"/>
              <a:gd name="connsiteX4" fmla="*/ 3295270 w 6569898"/>
              <a:gd name="connsiteY4" fmla="*/ 6489976 h 6489978"/>
              <a:gd name="connsiteX5" fmla="*/ 11920 w 6569898"/>
              <a:gd name="connsiteY5" fmla="*/ 3691156 h 6489978"/>
              <a:gd name="connsiteX6" fmla="*/ 12824 w 6569898"/>
              <a:gd name="connsiteY6" fmla="*/ 3453572 h 6489978"/>
              <a:gd name="connsiteX7" fmla="*/ 0 w 6569898"/>
              <a:gd name="connsiteY7" fmla="*/ 0 h 6489978"/>
              <a:gd name="connsiteX0" fmla="*/ 0 w 6564919"/>
              <a:gd name="connsiteY0" fmla="*/ 0 h 6490027"/>
              <a:gd name="connsiteX1" fmla="*/ 6564312 w 6564919"/>
              <a:gd name="connsiteY1" fmla="*/ 0 h 6490027"/>
              <a:gd name="connsiteX2" fmla="*/ 6564312 w 6564919"/>
              <a:gd name="connsiteY2" fmla="*/ 3598737 h 6490027"/>
              <a:gd name="connsiteX3" fmla="*/ 6555527 w 6564919"/>
              <a:gd name="connsiteY3" fmla="*/ 3744196 h 6490027"/>
              <a:gd name="connsiteX4" fmla="*/ 3295270 w 6564919"/>
              <a:gd name="connsiteY4" fmla="*/ 6489976 h 6490027"/>
              <a:gd name="connsiteX5" fmla="*/ 11920 w 6564919"/>
              <a:gd name="connsiteY5" fmla="*/ 3691156 h 6490027"/>
              <a:gd name="connsiteX6" fmla="*/ 12824 w 6564919"/>
              <a:gd name="connsiteY6" fmla="*/ 3453572 h 6490027"/>
              <a:gd name="connsiteX7" fmla="*/ 0 w 6564919"/>
              <a:gd name="connsiteY7" fmla="*/ 0 h 6490027"/>
              <a:gd name="connsiteX0" fmla="*/ 0 w 6564919"/>
              <a:gd name="connsiteY0" fmla="*/ 0 h 6489978"/>
              <a:gd name="connsiteX1" fmla="*/ 6564312 w 6564919"/>
              <a:gd name="connsiteY1" fmla="*/ 0 h 6489978"/>
              <a:gd name="connsiteX2" fmla="*/ 6564312 w 6564919"/>
              <a:gd name="connsiteY2" fmla="*/ 3598737 h 6489978"/>
              <a:gd name="connsiteX3" fmla="*/ 6555527 w 6564919"/>
              <a:gd name="connsiteY3" fmla="*/ 3679733 h 6489978"/>
              <a:gd name="connsiteX4" fmla="*/ 3295270 w 6564919"/>
              <a:gd name="connsiteY4" fmla="*/ 6489976 h 6489978"/>
              <a:gd name="connsiteX5" fmla="*/ 11920 w 6564919"/>
              <a:gd name="connsiteY5" fmla="*/ 3691156 h 6489978"/>
              <a:gd name="connsiteX6" fmla="*/ 12824 w 6564919"/>
              <a:gd name="connsiteY6" fmla="*/ 3453572 h 6489978"/>
              <a:gd name="connsiteX7" fmla="*/ 0 w 6564919"/>
              <a:gd name="connsiteY7" fmla="*/ 0 h 6489978"/>
              <a:gd name="connsiteX0" fmla="*/ 0 w 6564919"/>
              <a:gd name="connsiteY0" fmla="*/ 0 h 6489978"/>
              <a:gd name="connsiteX1" fmla="*/ 6564312 w 6564919"/>
              <a:gd name="connsiteY1" fmla="*/ 0 h 6489978"/>
              <a:gd name="connsiteX2" fmla="*/ 6564312 w 6564919"/>
              <a:gd name="connsiteY2" fmla="*/ 3598737 h 6489978"/>
              <a:gd name="connsiteX3" fmla="*/ 6555527 w 6564919"/>
              <a:gd name="connsiteY3" fmla="*/ 3679733 h 6489978"/>
              <a:gd name="connsiteX4" fmla="*/ 3295270 w 6564919"/>
              <a:gd name="connsiteY4" fmla="*/ 6489976 h 6489978"/>
              <a:gd name="connsiteX5" fmla="*/ 11920 w 6564919"/>
              <a:gd name="connsiteY5" fmla="*/ 3691156 h 6489978"/>
              <a:gd name="connsiteX6" fmla="*/ 12824 w 6564919"/>
              <a:gd name="connsiteY6" fmla="*/ 3453572 h 6489978"/>
              <a:gd name="connsiteX7" fmla="*/ 0 w 6564919"/>
              <a:gd name="connsiteY7" fmla="*/ 0 h 6489978"/>
              <a:gd name="connsiteX0" fmla="*/ 0 w 6564919"/>
              <a:gd name="connsiteY0" fmla="*/ 0 h 6490033"/>
              <a:gd name="connsiteX1" fmla="*/ 6564312 w 6564919"/>
              <a:gd name="connsiteY1" fmla="*/ 0 h 6490033"/>
              <a:gd name="connsiteX2" fmla="*/ 6564312 w 6564919"/>
              <a:gd name="connsiteY2" fmla="*/ 3598737 h 6490033"/>
              <a:gd name="connsiteX3" fmla="*/ 6555527 w 6564919"/>
              <a:gd name="connsiteY3" fmla="*/ 3679733 h 6490033"/>
              <a:gd name="connsiteX4" fmla="*/ 3295270 w 6564919"/>
              <a:gd name="connsiteY4" fmla="*/ 6489976 h 6490033"/>
              <a:gd name="connsiteX5" fmla="*/ 11920 w 6564919"/>
              <a:gd name="connsiteY5" fmla="*/ 3691156 h 6490033"/>
              <a:gd name="connsiteX6" fmla="*/ 12824 w 6564919"/>
              <a:gd name="connsiteY6" fmla="*/ 3453572 h 6490033"/>
              <a:gd name="connsiteX7" fmla="*/ 0 w 6564919"/>
              <a:gd name="connsiteY7" fmla="*/ 0 h 6490033"/>
              <a:gd name="connsiteX0" fmla="*/ 0 w 6564919"/>
              <a:gd name="connsiteY0" fmla="*/ 0 h 6490024"/>
              <a:gd name="connsiteX1" fmla="*/ 6564312 w 6564919"/>
              <a:gd name="connsiteY1" fmla="*/ 0 h 6490024"/>
              <a:gd name="connsiteX2" fmla="*/ 6564312 w 6564919"/>
              <a:gd name="connsiteY2" fmla="*/ 3598737 h 6490024"/>
              <a:gd name="connsiteX3" fmla="*/ 6555527 w 6564919"/>
              <a:gd name="connsiteY3" fmla="*/ 3679733 h 6490024"/>
              <a:gd name="connsiteX4" fmla="*/ 3295270 w 6564919"/>
              <a:gd name="connsiteY4" fmla="*/ 6489976 h 6490024"/>
              <a:gd name="connsiteX5" fmla="*/ 11920 w 6564919"/>
              <a:gd name="connsiteY5" fmla="*/ 3691156 h 6490024"/>
              <a:gd name="connsiteX6" fmla="*/ 12824 w 6564919"/>
              <a:gd name="connsiteY6" fmla="*/ 3453572 h 6490024"/>
              <a:gd name="connsiteX7" fmla="*/ 0 w 6564919"/>
              <a:gd name="connsiteY7" fmla="*/ 0 h 6490024"/>
              <a:gd name="connsiteX0" fmla="*/ 0 w 6564919"/>
              <a:gd name="connsiteY0" fmla="*/ 0 h 6490024"/>
              <a:gd name="connsiteX1" fmla="*/ 6564312 w 6564919"/>
              <a:gd name="connsiteY1" fmla="*/ 0 h 6490024"/>
              <a:gd name="connsiteX2" fmla="*/ 6564312 w 6564919"/>
              <a:gd name="connsiteY2" fmla="*/ 3598737 h 6490024"/>
              <a:gd name="connsiteX3" fmla="*/ 6555527 w 6564919"/>
              <a:gd name="connsiteY3" fmla="*/ 3679733 h 6490024"/>
              <a:gd name="connsiteX4" fmla="*/ 3295270 w 6564919"/>
              <a:gd name="connsiteY4" fmla="*/ 6489976 h 6490024"/>
              <a:gd name="connsiteX5" fmla="*/ 11920 w 6564919"/>
              <a:gd name="connsiteY5" fmla="*/ 3691156 h 6490024"/>
              <a:gd name="connsiteX6" fmla="*/ 12824 w 6564919"/>
              <a:gd name="connsiteY6" fmla="*/ 3453572 h 6490024"/>
              <a:gd name="connsiteX7" fmla="*/ 0 w 6564919"/>
              <a:gd name="connsiteY7" fmla="*/ 0 h 6490024"/>
              <a:gd name="connsiteX0" fmla="*/ 0 w 6564919"/>
              <a:gd name="connsiteY0" fmla="*/ 0 h 6490030"/>
              <a:gd name="connsiteX1" fmla="*/ 6564312 w 6564919"/>
              <a:gd name="connsiteY1" fmla="*/ 0 h 6490030"/>
              <a:gd name="connsiteX2" fmla="*/ 6564312 w 6564919"/>
              <a:gd name="connsiteY2" fmla="*/ 3598737 h 6490030"/>
              <a:gd name="connsiteX3" fmla="*/ 6555527 w 6564919"/>
              <a:gd name="connsiteY3" fmla="*/ 3679733 h 6490030"/>
              <a:gd name="connsiteX4" fmla="*/ 3295270 w 6564919"/>
              <a:gd name="connsiteY4" fmla="*/ 6489976 h 6490030"/>
              <a:gd name="connsiteX5" fmla="*/ 11920 w 6564919"/>
              <a:gd name="connsiteY5" fmla="*/ 3691156 h 6490030"/>
              <a:gd name="connsiteX6" fmla="*/ 12824 w 6564919"/>
              <a:gd name="connsiteY6" fmla="*/ 3453572 h 6490030"/>
              <a:gd name="connsiteX7" fmla="*/ 0 w 6564919"/>
              <a:gd name="connsiteY7" fmla="*/ 0 h 6490030"/>
              <a:gd name="connsiteX0" fmla="*/ 0 w 6564919"/>
              <a:gd name="connsiteY0" fmla="*/ 0 h 6489978"/>
              <a:gd name="connsiteX1" fmla="*/ 6564312 w 6564919"/>
              <a:gd name="connsiteY1" fmla="*/ 0 h 6489978"/>
              <a:gd name="connsiteX2" fmla="*/ 6564312 w 6564919"/>
              <a:gd name="connsiteY2" fmla="*/ 3598737 h 6489978"/>
              <a:gd name="connsiteX3" fmla="*/ 6555527 w 6564919"/>
              <a:gd name="connsiteY3" fmla="*/ 3679733 h 6489978"/>
              <a:gd name="connsiteX4" fmla="*/ 3295270 w 6564919"/>
              <a:gd name="connsiteY4" fmla="*/ 6489976 h 6489978"/>
              <a:gd name="connsiteX5" fmla="*/ 11920 w 6564919"/>
              <a:gd name="connsiteY5" fmla="*/ 3691156 h 6489978"/>
              <a:gd name="connsiteX6" fmla="*/ 12824 w 6564919"/>
              <a:gd name="connsiteY6" fmla="*/ 3453572 h 6489978"/>
              <a:gd name="connsiteX7" fmla="*/ 0 w 6564919"/>
              <a:gd name="connsiteY7" fmla="*/ 0 h 648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64919" h="6489978">
                <a:moveTo>
                  <a:pt x="0" y="0"/>
                </a:moveTo>
                <a:lnTo>
                  <a:pt x="6564312" y="0"/>
                </a:lnTo>
                <a:lnTo>
                  <a:pt x="6564312" y="3598737"/>
                </a:lnTo>
                <a:cubicBezTo>
                  <a:pt x="6564243" y="3601561"/>
                  <a:pt x="6568474" y="2238957"/>
                  <a:pt x="6555527" y="3679733"/>
                </a:cubicBezTo>
                <a:cubicBezTo>
                  <a:pt x="6542580" y="5120509"/>
                  <a:pt x="4960661" y="6488073"/>
                  <a:pt x="3295270" y="6489976"/>
                </a:cubicBezTo>
                <a:cubicBezTo>
                  <a:pt x="1629879" y="6491879"/>
                  <a:pt x="22263" y="5157588"/>
                  <a:pt x="11920" y="3691156"/>
                </a:cubicBezTo>
                <a:cubicBezTo>
                  <a:pt x="1577" y="2224724"/>
                  <a:pt x="14161" y="3551239"/>
                  <a:pt x="12824" y="3453572"/>
                </a:cubicBezTo>
                <a:cubicBezTo>
                  <a:pt x="8549" y="2246962"/>
                  <a:pt x="4275" y="1206610"/>
                  <a:pt x="0" y="0"/>
                </a:cubicBezTo>
                <a:close/>
              </a:path>
            </a:pathLst>
          </a:custGeom>
          <a:solidFill>
            <a:schemeClr val="bg2">
              <a:lumMod val="90000"/>
              <a:alpha val="72154"/>
            </a:schemeClr>
          </a:solidFill>
        </p:spPr>
        <p:txBody>
          <a:bodyPr wrap="square" lIns="1152000" tIns="0" rIns="1152000" bIns="288000" anchor="ctr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1. CLICK TO ADD IMAGE    2. CROP TO ADJUST SIZE Picture Format &gt; Crop</a:t>
            </a:r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EB6A062-924E-93ED-8CD7-3E803D412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33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: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Topic">
            <a:extLst>
              <a:ext uri="{FF2B5EF4-FFF2-40B4-BE49-F238E27FC236}">
                <a16:creationId xmlns:a16="http://schemas.microsoft.com/office/drawing/2014/main" id="{8226C0BF-CFA9-C964-AC8C-E3E97A52F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49671F6F-3FB1-9A60-B4DC-25EDBF1BD2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389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: Statement - Aqu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: Aurora">
            <a:extLst>
              <a:ext uri="{FF2B5EF4-FFF2-40B4-BE49-F238E27FC236}">
                <a16:creationId xmlns:a16="http://schemas.microsoft.com/office/drawing/2014/main" id="{C80F1B6F-8781-E614-EC28-573DE1C9B72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9031" y="5081"/>
            <a:ext cx="12173937" cy="6847840"/>
          </a:xfrm>
          <a:prstGeom prst="rect">
            <a:avLst/>
          </a:prstGeom>
        </p:spPr>
      </p:pic>
      <p:sp>
        <p:nvSpPr>
          <p:cNvPr id="9" name="Section Topic">
            <a:extLst>
              <a:ext uri="{FF2B5EF4-FFF2-40B4-BE49-F238E27FC236}">
                <a16:creationId xmlns:a16="http://schemas.microsoft.com/office/drawing/2014/main" id="{226C8FB4-9198-23C3-1100-EA78385F0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Slide Number"/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11472659" y="6337472"/>
            <a:ext cx="474937" cy="26217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fld id="{7624A5FC-F7B9-3F4D-861F-9DDB8C0A4082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2" name="Graphic 11">
            <a:extLst>
              <a:ext uri="{FF2B5EF4-FFF2-40B4-BE49-F238E27FC236}">
                <a16:creationId xmlns:a16="http://schemas.microsoft.com/office/drawing/2014/main" id="{878EAABB-0729-EBF6-153D-57AE3F875B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936953" y="12875"/>
            <a:ext cx="2985050" cy="103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045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: Statement - Sk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: Aurora">
            <a:extLst>
              <a:ext uri="{FF2B5EF4-FFF2-40B4-BE49-F238E27FC236}">
                <a16:creationId xmlns:a16="http://schemas.microsoft.com/office/drawing/2014/main" id="{A50F206C-4CC6-FE0F-BEE9-A8ACD04ABC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1113"/>
            <a:ext cx="12192000" cy="6858000"/>
          </a:xfrm>
          <a:prstGeom prst="rect">
            <a:avLst/>
          </a:prstGeom>
        </p:spPr>
      </p:pic>
      <p:sp>
        <p:nvSpPr>
          <p:cNvPr id="11" name="Section Topic">
            <a:extLst>
              <a:ext uri="{FF2B5EF4-FFF2-40B4-BE49-F238E27FC236}">
                <a16:creationId xmlns:a16="http://schemas.microsoft.com/office/drawing/2014/main" id="{8DC4AE06-A057-9316-EAC0-AD076401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A8FF8D8-772D-CB6E-9ED6-DDF581811F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11482598" y="6337472"/>
            <a:ext cx="474937" cy="26217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fld id="{7624A5FC-F7B9-3F4D-861F-9DDB8C0A408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Round Same-side Corner of Rectangle 2">
            <a:extLst>
              <a:ext uri="{FF2B5EF4-FFF2-40B4-BE49-F238E27FC236}">
                <a16:creationId xmlns:a16="http://schemas.microsoft.com/office/drawing/2014/main" id="{74B92685-60F8-6DEE-0FA6-2F85BC734F60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841984" y="-1004105"/>
            <a:ext cx="895864" cy="38041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F7F0"/>
          </a:solidFill>
          <a:ln w="12186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pic>
        <p:nvPicPr>
          <p:cNvPr id="5" name="Graphic 11">
            <a:extLst>
              <a:ext uri="{FF2B5EF4-FFF2-40B4-BE49-F238E27FC236}">
                <a16:creationId xmlns:a16="http://schemas.microsoft.com/office/drawing/2014/main" id="{8EAF8E07-8ABF-4CD3-C8DD-1E01729B68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05634" y="450049"/>
            <a:ext cx="2423379" cy="89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093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: Statement - Pri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: Aurora">
            <a:extLst>
              <a:ext uri="{FF2B5EF4-FFF2-40B4-BE49-F238E27FC236}">
                <a16:creationId xmlns:a16="http://schemas.microsoft.com/office/drawing/2014/main" id="{2FB0B92A-6EBB-242E-C8FA-1AA512AAF0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1" name="Section Topic">
            <a:extLst>
              <a:ext uri="{FF2B5EF4-FFF2-40B4-BE49-F238E27FC236}">
                <a16:creationId xmlns:a16="http://schemas.microsoft.com/office/drawing/2014/main" id="{B10B4231-57FA-5CFA-B4B1-B05E509D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Slide Number"/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11472659" y="6337472"/>
            <a:ext cx="474937" cy="26217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‹#›</a:t>
            </a:r>
          </a:p>
        </p:txBody>
      </p:sp>
      <p:pic>
        <p:nvPicPr>
          <p:cNvPr id="3" name="Graphic 11">
            <a:extLst>
              <a:ext uri="{FF2B5EF4-FFF2-40B4-BE49-F238E27FC236}">
                <a16:creationId xmlns:a16="http://schemas.microsoft.com/office/drawing/2014/main" id="{4F93237C-EF4C-3924-08A0-840F7EEF64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936953" y="12875"/>
            <a:ext cx="2985050" cy="103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3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opic"/>
          <p:cNvSpPr>
            <a:spLocks noGrp="1"/>
          </p:cNvSpPr>
          <p:nvPr>
            <p:ph type="title"/>
          </p:nvPr>
        </p:nvSpPr>
        <p:spPr>
          <a:xfrm>
            <a:off x="398650" y="400664"/>
            <a:ext cx="5143505" cy="25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tabLst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ody Copy"/>
          <p:cNvSpPr>
            <a:spLocks noGrp="1"/>
          </p:cNvSpPr>
          <p:nvPr>
            <p:ph type="body" idx="1"/>
          </p:nvPr>
        </p:nvSpPr>
        <p:spPr>
          <a:xfrm>
            <a:off x="349137" y="1824581"/>
            <a:ext cx="10549974" cy="43198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D03021F2-68C1-A10E-037D-A8BDD9417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237505" y="6343517"/>
            <a:ext cx="718236" cy="2565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 b="1" i="0">
                <a:solidFill>
                  <a:schemeClr val="tx1"/>
                </a:solidFill>
                <a:latin typeface="Unilever Desire Semi Bold" pitchFamily="2" charset="77"/>
              </a:defRPr>
            </a:lvl1pPr>
          </a:lstStyle>
          <a:p>
            <a:fld id="{AA81C49F-4514-B440-9310-1C2F3B5561BD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4" name="Graphic 11">
            <a:extLst>
              <a:ext uri="{FF2B5EF4-FFF2-40B4-BE49-F238E27FC236}">
                <a16:creationId xmlns:a16="http://schemas.microsoft.com/office/drawing/2014/main" id="{16542013-5A20-600E-BF84-74806FDC0BD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8936953" y="12875"/>
            <a:ext cx="2985050" cy="103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2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9" r:id="rId10"/>
    <p:sldLayoutId id="2147483757" r:id="rId11"/>
    <p:sldLayoutId id="2147483756" r:id="rId12"/>
  </p:sldLayoutIdLst>
  <p:hf hdr="0" ftr="0"/>
  <p:txStyles>
    <p:titleStyle>
      <a:lvl1pPr algn="l" defTabSz="914400" rtl="0" eaLnBrk="1" latinLnBrk="0" hangingPunct="0">
        <a:lnSpc>
          <a:spcPct val="90000"/>
        </a:lnSpc>
        <a:spcBef>
          <a:spcPct val="0"/>
        </a:spcBef>
        <a:buNone/>
        <a:defRPr lang="en-US" sz="1150" b="1" i="0" kern="800" spc="0" baseline="0" dirty="0">
          <a:solidFill>
            <a:schemeClr val="tx2"/>
          </a:solidFill>
          <a:latin typeface="Unilever Desire Semi Bold" pitchFamily="2" charset="77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600"/>
        </a:spcBef>
        <a:spcAft>
          <a:spcPts val="0"/>
        </a:spcAft>
        <a:buFont typeface="Arial" panose="020B0604020202020204" pitchFamily="34" charset="0"/>
        <a:buNone/>
        <a:tabLst/>
        <a:defRPr sz="1600" b="0" i="0" kern="1200">
          <a:solidFill>
            <a:schemeClr val="tx1"/>
          </a:solidFill>
          <a:latin typeface="Unilever Desire" pitchFamily="2" charset="77"/>
          <a:ea typeface="+mn-ea"/>
          <a:cs typeface="+mn-cs"/>
        </a:defRPr>
      </a:lvl1pPr>
      <a:lvl2pPr marL="0" indent="0" algn="l" defTabSz="914400" rtl="0" eaLnBrk="1" latinLnBrk="1" hangingPunct="1">
        <a:lnSpc>
          <a:spcPct val="100000"/>
        </a:lnSpc>
        <a:spcBef>
          <a:spcPts val="1600"/>
        </a:spcBef>
        <a:spcAft>
          <a:spcPts val="0"/>
        </a:spcAft>
        <a:buFont typeface="Arial" panose="020B0604020202020204" pitchFamily="34" charset="0"/>
        <a:buNone/>
        <a:tabLst/>
        <a:defRPr sz="1400" b="0" i="0" kern="1200">
          <a:solidFill>
            <a:schemeClr val="tx1"/>
          </a:solidFill>
          <a:latin typeface="Unilever Desire" pitchFamily="2" charset="77"/>
          <a:ea typeface="+mn-ea"/>
          <a:cs typeface="+mn-cs"/>
        </a:defRPr>
      </a:lvl2pPr>
      <a:lvl3pPr marL="360000" indent="-108000" algn="l" defTabSz="914400" rtl="0" eaLnBrk="1" latinLnBrk="1" hangingPunct="1">
        <a:lnSpc>
          <a:spcPct val="100000"/>
        </a:lnSpc>
        <a:spcBef>
          <a:spcPts val="1600"/>
        </a:spcBef>
        <a:spcAft>
          <a:spcPts val="0"/>
        </a:spcAft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Unilever Desire" pitchFamily="2" charset="77"/>
          <a:ea typeface="+mn-ea"/>
          <a:cs typeface="+mn-cs"/>
        </a:defRPr>
      </a:lvl3pPr>
      <a:lvl4pPr marL="504000" indent="-108000" algn="l" defTabSz="914400" rtl="0" eaLnBrk="1" latinLnBrk="1" hangingPunct="1">
        <a:lnSpc>
          <a:spcPct val="100000"/>
        </a:lnSpc>
        <a:spcBef>
          <a:spcPts val="1600"/>
        </a:spcBef>
        <a:spcAft>
          <a:spcPts val="0"/>
        </a:spcAft>
        <a:buFont typeface="System Font Regular"/>
        <a:buChar char="–"/>
        <a:tabLst/>
        <a:defRPr sz="1400" b="0" i="0" kern="1200">
          <a:solidFill>
            <a:schemeClr val="tx1"/>
          </a:solidFill>
          <a:latin typeface="Unilever Desire" pitchFamily="2" charset="77"/>
          <a:ea typeface="+mn-ea"/>
          <a:cs typeface="+mn-cs"/>
        </a:defRPr>
      </a:lvl4pPr>
      <a:lvl5pPr marL="20002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Visby CF Medium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00" orient="horz" pos="2160" userDrawn="1">
          <p15:clr>
            <a:srgbClr val="F26B43"/>
          </p15:clr>
        </p15:guide>
        <p15:guide id="101" pos="335" userDrawn="1">
          <p15:clr>
            <a:srgbClr val="F26B43"/>
          </p15:clr>
        </p15:guide>
        <p15:guide id="102" pos="334" userDrawn="1">
          <p15:clr>
            <a:srgbClr val="F26B43"/>
          </p15:clr>
        </p15:guide>
        <p15:guide id="103" pos="765" userDrawn="1">
          <p15:clr>
            <a:srgbClr val="F26B43"/>
          </p15:clr>
        </p15:guide>
        <p15:guide id="104" pos="934" userDrawn="1">
          <p15:clr>
            <a:srgbClr val="F26B43"/>
          </p15:clr>
        </p15:guide>
        <p15:guide id="105" pos="1358" userDrawn="1">
          <p15:clr>
            <a:srgbClr val="F26B43"/>
          </p15:clr>
        </p15:guide>
        <p15:guide id="106" pos="1530" userDrawn="1">
          <p15:clr>
            <a:srgbClr val="F26B43"/>
          </p15:clr>
        </p15:guide>
        <p15:guide id="107" pos="1955" userDrawn="1">
          <p15:clr>
            <a:srgbClr val="F26B43"/>
          </p15:clr>
        </p15:guide>
        <p15:guide id="108" pos="2129" userDrawn="1">
          <p15:clr>
            <a:srgbClr val="F26B43"/>
          </p15:clr>
        </p15:guide>
        <p15:guide id="109" pos="2554" userDrawn="1">
          <p15:clr>
            <a:srgbClr val="F26B43"/>
          </p15:clr>
        </p15:guide>
        <p15:guide id="110" pos="2728" userDrawn="1">
          <p15:clr>
            <a:srgbClr val="F26B43"/>
          </p15:clr>
        </p15:guide>
        <p15:guide id="111" pos="3152" userDrawn="1">
          <p15:clr>
            <a:srgbClr val="F26B43"/>
          </p15:clr>
        </p15:guide>
        <p15:guide id="112" pos="3318" userDrawn="1">
          <p15:clr>
            <a:srgbClr val="F26B43"/>
          </p15:clr>
        </p15:guide>
        <p15:guide id="113" pos="3749" userDrawn="1">
          <p15:clr>
            <a:srgbClr val="F26B43"/>
          </p15:clr>
        </p15:guide>
        <p15:guide id="114" pos="3919" userDrawn="1">
          <p15:clr>
            <a:srgbClr val="F26B43"/>
          </p15:clr>
        </p15:guide>
        <p15:guide id="115" pos="4348" userDrawn="1">
          <p15:clr>
            <a:srgbClr val="F26B43"/>
          </p15:clr>
        </p15:guide>
        <p15:guide id="116" pos="4520" userDrawn="1">
          <p15:clr>
            <a:srgbClr val="F26B43"/>
          </p15:clr>
        </p15:guide>
        <p15:guide id="117" pos="4946" userDrawn="1">
          <p15:clr>
            <a:srgbClr val="F26B43"/>
          </p15:clr>
        </p15:guide>
        <p15:guide id="118" pos="5118" userDrawn="1">
          <p15:clr>
            <a:srgbClr val="F26B43"/>
          </p15:clr>
        </p15:guide>
        <p15:guide id="119" pos="5544" userDrawn="1">
          <p15:clr>
            <a:srgbClr val="F26B43"/>
          </p15:clr>
        </p15:guide>
        <p15:guide id="120" pos="5716" userDrawn="1">
          <p15:clr>
            <a:srgbClr val="F26B43"/>
          </p15:clr>
        </p15:guide>
        <p15:guide id="121" pos="6142" userDrawn="1">
          <p15:clr>
            <a:srgbClr val="F26B43"/>
          </p15:clr>
        </p15:guide>
        <p15:guide id="122" pos="6312" userDrawn="1">
          <p15:clr>
            <a:srgbClr val="F26B43"/>
          </p15:clr>
        </p15:guide>
        <p15:guide id="123" pos="6738" userDrawn="1">
          <p15:clr>
            <a:srgbClr val="F26B43"/>
          </p15:clr>
        </p15:guide>
        <p15:guide id="124" pos="6908" userDrawn="1">
          <p15:clr>
            <a:srgbClr val="F26B43"/>
          </p15:clr>
        </p15:guide>
        <p15:guide id="125" pos="7338" userDrawn="1">
          <p15:clr>
            <a:srgbClr val="F26B43"/>
          </p15:clr>
        </p15:guide>
        <p15:guide id="126" pos="7508" userDrawn="1">
          <p15:clr>
            <a:srgbClr val="F26B43"/>
          </p15:clr>
        </p15:guide>
        <p15:guide id="127" orient="horz" pos="336" userDrawn="1">
          <p15:clr>
            <a:srgbClr val="F26B43"/>
          </p15:clr>
        </p15:guide>
        <p15:guide id="128" orient="horz" pos="3984" userDrawn="1">
          <p15:clr>
            <a:srgbClr val="F26B43"/>
          </p15:clr>
        </p15:guide>
        <p15:guide id="129" orient="horz" pos="954" userDrawn="1">
          <p15:clr>
            <a:srgbClr val="F26B43"/>
          </p15:clr>
        </p15:guide>
        <p15:guide id="130" orient="horz" pos="4151" userDrawn="1">
          <p15:clr>
            <a:srgbClr val="F26B43"/>
          </p15:clr>
        </p15:guide>
        <p15:guide id="131" orient="horz" pos="166" userDrawn="1">
          <p15:clr>
            <a:srgbClr val="F26B43"/>
          </p15:clr>
        </p15:guide>
        <p15:guide id="132" pos="1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4.sv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jpeg"/><Relationship Id="rId5" Type="http://schemas.openxmlformats.org/officeDocument/2006/relationships/image" Target="../media/image5.jpeg"/><Relationship Id="rId10" Type="http://schemas.openxmlformats.org/officeDocument/2006/relationships/image" Target="../media/image6.jpeg"/><Relationship Id="rId4" Type="http://schemas.openxmlformats.org/officeDocument/2006/relationships/image" Target="../media/image15.svg"/><Relationship Id="rId9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4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3C5CF-21D3-CA94-BB09-289060C1D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371BF2-32BB-3A28-C312-BEF396AE5960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243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26F98-7A88-7A28-3D0C-13B6F74250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415B05-D6D4-E353-F149-D6C7F84A7B65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7316999A-5A7D-0982-B163-5C74C602F1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4859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952F9-1C42-6721-DADF-FF25073A0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4F7A9B-FC76-4449-3F93-CA251C1966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42" y="-388491"/>
            <a:ext cx="6097836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Section only page title placeholder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6721C1F-CAC0-577A-2022-D7F30C8BE44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20" name="Section Topic">
            <a:extLst>
              <a:ext uri="{FF2B5EF4-FFF2-40B4-BE49-F238E27FC236}">
                <a16:creationId xmlns:a16="http://schemas.microsoft.com/office/drawing/2014/main" id="{8720A2DB-438A-5E92-1B7C-8B219EC62D8A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/>
              </a:rPr>
              <a:t>SECTION ▸ </a:t>
            </a:r>
            <a:r>
              <a:rPr kumimoji="0" lang="en-GB" sz="1150" b="1">
                <a:latin typeface="Unilever Desire Semi Bold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030922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: Aurora background">
            <a:extLst>
              <a:ext uri="{FF2B5EF4-FFF2-40B4-BE49-F238E27FC236}">
                <a16:creationId xmlns:a16="http://schemas.microsoft.com/office/drawing/2014/main" id="{9C376041-842C-4FCF-284A-5DA4D1C6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5" b="1645"/>
          <a:stretch/>
        </p:blipFill>
        <p:spPr>
          <a:xfrm>
            <a:off x="704335" y="1179101"/>
            <a:ext cx="11487665" cy="6249223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98D54A11-813F-8755-0186-A8A6950B4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1227138"/>
            <a:ext cx="5168900" cy="132715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440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Engaging page title goes here</a:t>
            </a:r>
          </a:p>
        </p:txBody>
      </p:sp>
      <p:sp>
        <p:nvSpPr>
          <p:cNvPr id="5" name="Body Copy">
            <a:extLst>
              <a:ext uri="{FF2B5EF4-FFF2-40B4-BE49-F238E27FC236}">
                <a16:creationId xmlns:a16="http://schemas.microsoft.com/office/drawing/2014/main" id="{545117E2-392B-DFCF-8996-3E0D428C0A5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GB"/>
              <a:t>Lorem ipsum dolor sit amet consectetur adipiscing elit. </a:t>
            </a:r>
            <a:br>
              <a:rPr lang="en-GB"/>
            </a:br>
            <a:r>
              <a:rPr lang="en-GB"/>
              <a:t>Cras porttitor dolor mi non auctor maximus magna. </a:t>
            </a:r>
            <a:br>
              <a:rPr lang="en-GB"/>
            </a:br>
            <a:r>
              <a:rPr lang="en-GB"/>
              <a:t>Morbi sit amet vestibulum amet.</a:t>
            </a:r>
          </a:p>
          <a:p>
            <a:r>
              <a:rPr lang="en-GB"/>
              <a:t>Cras porttitor dolor mi non auctor maximus magna. </a:t>
            </a:r>
            <a:br>
              <a:rPr lang="en-GB"/>
            </a:br>
            <a:r>
              <a:rPr lang="en-GB"/>
              <a:t>Morbi sit amet lorem vestibulum in car elit amet. </a:t>
            </a:r>
            <a:br>
              <a:rPr lang="en-GB"/>
            </a:br>
            <a:r>
              <a:rPr lang="en-GB"/>
              <a:t>Lorem ipsum dolor amet consectetur adipiscing.</a:t>
            </a:r>
          </a:p>
          <a:p>
            <a:r>
              <a:rPr lang="en-GB"/>
              <a:t>Dolor lorem dolor sit amet consectetur adipiscing elit. </a:t>
            </a:r>
            <a:br>
              <a:rPr lang="en-GB"/>
            </a:br>
            <a:r>
              <a:rPr lang="en-GB"/>
              <a:t>Cras porttitor dolor mi non auctor maximus pharetra </a:t>
            </a:r>
            <a:br>
              <a:rPr lang="en-GB"/>
            </a:br>
            <a:r>
              <a:rPr lang="en-GB"/>
              <a:t>magna. Morbi sit amet vestibulum amet.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C124B3BB-E111-2F21-D998-3A1C7DB8C5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2" name="Section Topic">
            <a:extLst>
              <a:ext uri="{FF2B5EF4-FFF2-40B4-BE49-F238E27FC236}">
                <a16:creationId xmlns:a16="http://schemas.microsoft.com/office/drawing/2014/main" id="{070FF563-417E-DD7F-ED28-9EBEF9AC2A5E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SECTION ▸ PAGE TITLE</a:t>
            </a:r>
          </a:p>
        </p:txBody>
      </p:sp>
      <p:pic>
        <p:nvPicPr>
          <p:cNvPr id="59" name="Image: Product" descr="A product image showing a blue and white bottle of deodorant">
            <a:extLst>
              <a:ext uri="{FF2B5EF4-FFF2-40B4-BE49-F238E27FC236}">
                <a16:creationId xmlns:a16="http://schemas.microsoft.com/office/drawing/2014/main" id="{967EBAB8-AADA-1431-D227-82F5BD9439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802"/>
          <a:stretch>
            <a:fillRect/>
          </a:stretch>
        </p:blipFill>
        <p:spPr>
          <a:xfrm>
            <a:off x="5978443" y="608777"/>
            <a:ext cx="38624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851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04AEC-A670-1F6D-F42D-C0D9BDBDA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F894F2F-B4C8-CB31-076C-2A6A75DD5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863" y="1182688"/>
            <a:ext cx="5362575" cy="1493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440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Engaging page </a:t>
            </a:r>
            <a:br>
              <a:rPr kumimoji="0" lang="en-GB" sz="440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</a:br>
            <a:r>
              <a:rPr kumimoji="0" lang="en-GB" sz="440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title goes here</a:t>
            </a:r>
          </a:p>
        </p:txBody>
      </p:sp>
      <p:sp>
        <p:nvSpPr>
          <p:cNvPr id="12" name="Body Copy">
            <a:extLst>
              <a:ext uri="{FF2B5EF4-FFF2-40B4-BE49-F238E27FC236}">
                <a16:creationId xmlns:a16="http://schemas.microsoft.com/office/drawing/2014/main" id="{C2055E24-3F8A-E587-9367-ABC03130FAF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Autofit/>
          </a:bodyPr>
          <a:lstStyle/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br>
              <a:rPr lang="en-GB"/>
            </a:br>
            <a:r>
              <a:rPr lang="en-GB"/>
              <a:t>Cras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 mi non auctor maximus pharetra magna. </a:t>
            </a:r>
            <a:br>
              <a:rPr lang="en-GB"/>
            </a:br>
            <a:r>
              <a:rPr lang="en-GB"/>
              <a:t>Morbi sit </a:t>
            </a:r>
            <a:r>
              <a:rPr lang="en-GB" err="1"/>
              <a:t>amet</a:t>
            </a:r>
            <a:r>
              <a:rPr lang="en-GB"/>
              <a:t> vestibulum </a:t>
            </a:r>
            <a:r>
              <a:rPr lang="en-GB" err="1"/>
              <a:t>amet</a:t>
            </a:r>
            <a:r>
              <a:rPr lang="en-GB"/>
              <a:t>. Morbi sit </a:t>
            </a:r>
            <a:r>
              <a:rPr lang="en-GB" err="1"/>
              <a:t>amet</a:t>
            </a:r>
            <a:r>
              <a:rPr lang="en-GB"/>
              <a:t> lorem vestibulum in </a:t>
            </a:r>
            <a:r>
              <a:rPr lang="en-GB" err="1"/>
              <a:t>elit</a:t>
            </a:r>
            <a:r>
              <a:rPr lang="en-GB"/>
              <a:t> </a:t>
            </a:r>
            <a:r>
              <a:rPr lang="en-GB" err="1"/>
              <a:t>amet</a:t>
            </a:r>
            <a:r>
              <a:rPr lang="en-GB"/>
              <a:t>. Lorem ipsum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</a:t>
            </a:r>
          </a:p>
          <a:p>
            <a:r>
              <a:rPr lang="en-GB" err="1"/>
              <a:t>Dolor</a:t>
            </a:r>
            <a:r>
              <a:rPr lang="en-GB"/>
              <a:t> lorem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 </a:t>
            </a:r>
            <a:r>
              <a:rPr lang="en-GB" err="1"/>
              <a:t>consectetur</a:t>
            </a:r>
            <a:r>
              <a:rPr lang="en-GB"/>
              <a:t> and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Cras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 mi non auctor maximus pharetra magna. Morbi sit </a:t>
            </a:r>
            <a:r>
              <a:rPr lang="en-GB" err="1"/>
              <a:t>amet</a:t>
            </a:r>
            <a:r>
              <a:rPr lang="en-GB"/>
              <a:t> vestibulum </a:t>
            </a:r>
            <a:r>
              <a:rPr lang="en-GB" err="1"/>
              <a:t>amet</a:t>
            </a:r>
            <a:r>
              <a:rPr lang="en-GB"/>
              <a:t>.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</a:p>
          <a:p>
            <a:pPr lvl="1"/>
            <a:r>
              <a:rPr lang="en-GB"/>
              <a:t>Non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 non maximus in pharetra magna.</a:t>
            </a:r>
          </a:p>
          <a:p>
            <a:pPr lvl="1"/>
            <a:r>
              <a:rPr lang="en-GB"/>
              <a:t>Morbi sit </a:t>
            </a:r>
            <a:r>
              <a:rPr lang="en-GB" err="1"/>
              <a:t>amet</a:t>
            </a:r>
            <a:r>
              <a:rPr lang="en-GB"/>
              <a:t> vestibulum in </a:t>
            </a:r>
            <a:r>
              <a:rPr lang="en-GB" err="1"/>
              <a:t>elit</a:t>
            </a:r>
            <a:r>
              <a:rPr lang="en-GB"/>
              <a:t> </a:t>
            </a:r>
            <a:r>
              <a:rPr lang="en-GB" err="1"/>
              <a:t>amet</a:t>
            </a:r>
            <a:r>
              <a:rPr lang="en-GB"/>
              <a:t>. 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28B90C9-AC8A-6B70-8E80-74F6534893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13" name="Section Topic">
            <a:extLst>
              <a:ext uri="{FF2B5EF4-FFF2-40B4-BE49-F238E27FC236}">
                <a16:creationId xmlns:a16="http://schemas.microsoft.com/office/drawing/2014/main" id="{00AED98B-D8D6-8E82-0B6A-7F9765940EA6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SECTION ▸ TITLE &amp; BODY</a:t>
            </a:r>
          </a:p>
        </p:txBody>
      </p:sp>
      <p:pic>
        <p:nvPicPr>
          <p:cNvPr id="6" name="Image" descr="A person in yellow shirt and blue hat with hands on top of her head&#10;">
            <a:extLst>
              <a:ext uri="{FF2B5EF4-FFF2-40B4-BE49-F238E27FC236}">
                <a16:creationId xmlns:a16="http://schemas.microsoft.com/office/drawing/2014/main" id="{6B80EAC4-8B48-2803-2C0E-DF3AAB0CEF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48" t="15400" r="17110" b="1061"/>
          <a:stretch>
            <a:fillRect/>
          </a:stretch>
        </p:blipFill>
        <p:spPr>
          <a:xfrm>
            <a:off x="372821" y="1166813"/>
            <a:ext cx="4911725" cy="5176704"/>
          </a:xfrm>
          <a:prstGeom prst="round2SameRect">
            <a:avLst>
              <a:gd name="adj1" fmla="val 0"/>
              <a:gd name="adj2" fmla="val 50000"/>
            </a:avLst>
          </a:prstGeom>
        </p:spPr>
      </p:pic>
    </p:spTree>
    <p:extLst>
      <p:ext uri="{BB962C8B-B14F-4D97-AF65-F5344CB8AC3E}">
        <p14:creationId xmlns:p14="http://schemas.microsoft.com/office/powerpoint/2010/main" val="1516049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C023F-F993-31F0-2C7F-0F0108A36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D41872F-7377-3F85-3657-918F77222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1227138"/>
            <a:ext cx="5168900" cy="132715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lang="en-GB" sz="4400" b="1" i="0" kern="800" spc="0" baseline="0" dirty="0">
                <a:solidFill>
                  <a:schemeClr val="tx2"/>
                </a:solidFill>
                <a:latin typeface="Unilever Desire Semi Bold" pitchFamily="2" charset="77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440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Engaging page title goes here</a:t>
            </a:r>
          </a:p>
        </p:txBody>
      </p:sp>
      <p:sp>
        <p:nvSpPr>
          <p:cNvPr id="12" name="Body Copy">
            <a:extLst>
              <a:ext uri="{FF2B5EF4-FFF2-40B4-BE49-F238E27FC236}">
                <a16:creationId xmlns:a16="http://schemas.microsoft.com/office/drawing/2014/main" id="{872D061B-AF27-A822-89B2-46080C58A43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Autofit/>
          </a:bodyPr>
          <a:lstStyle/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br>
              <a:rPr lang="en-GB"/>
            </a:br>
            <a:r>
              <a:rPr lang="en-GB"/>
              <a:t>Cras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 mi non auctor maximus pharetra magna. Morbi sit </a:t>
            </a:r>
            <a:r>
              <a:rPr lang="en-GB" err="1"/>
              <a:t>amet</a:t>
            </a:r>
            <a:r>
              <a:rPr lang="en-GB"/>
              <a:t> vestibulum </a:t>
            </a:r>
            <a:r>
              <a:rPr lang="en-GB" err="1"/>
              <a:t>amet</a:t>
            </a:r>
            <a:r>
              <a:rPr lang="en-GB"/>
              <a:t>. Morbi sit </a:t>
            </a:r>
            <a:r>
              <a:rPr lang="en-GB" err="1"/>
              <a:t>amet</a:t>
            </a:r>
            <a:r>
              <a:rPr lang="en-GB"/>
              <a:t> lorem vestibulum in </a:t>
            </a:r>
            <a:r>
              <a:rPr lang="en-GB" err="1"/>
              <a:t>elit</a:t>
            </a:r>
            <a:r>
              <a:rPr lang="en-GB"/>
              <a:t> </a:t>
            </a:r>
            <a:r>
              <a:rPr lang="en-GB" err="1"/>
              <a:t>amet</a:t>
            </a:r>
            <a:r>
              <a:rPr lang="en-GB"/>
              <a:t>. Lorem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.</a:t>
            </a:r>
          </a:p>
          <a:p>
            <a:r>
              <a:rPr lang="en-GB" err="1"/>
              <a:t>Dolor</a:t>
            </a:r>
            <a:r>
              <a:rPr lang="en-GB"/>
              <a:t> lorem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 </a:t>
            </a:r>
            <a:r>
              <a:rPr lang="en-GB" err="1"/>
              <a:t>consectetur</a:t>
            </a:r>
            <a:r>
              <a:rPr lang="en-GB"/>
              <a:t> and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Cras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 mi non auctor maximus pharetra magna. Morbi sit </a:t>
            </a:r>
            <a:r>
              <a:rPr lang="en-GB" err="1"/>
              <a:t>amet</a:t>
            </a:r>
            <a:r>
              <a:rPr lang="en-GB"/>
              <a:t> vestibulum </a:t>
            </a:r>
            <a:r>
              <a:rPr lang="en-GB" err="1"/>
              <a:t>amet</a:t>
            </a:r>
            <a:r>
              <a:rPr lang="en-GB"/>
              <a:t>.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</a:p>
          <a:p>
            <a:pPr lvl="1"/>
            <a:r>
              <a:rPr lang="en-GB"/>
              <a:t>Non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 non maximus in pharetra magna.</a:t>
            </a:r>
          </a:p>
          <a:p>
            <a:pPr lvl="1"/>
            <a:r>
              <a:rPr lang="en-GB"/>
              <a:t>Morbi sit </a:t>
            </a:r>
            <a:r>
              <a:rPr lang="en-GB" err="1"/>
              <a:t>amet</a:t>
            </a:r>
            <a:r>
              <a:rPr lang="en-GB"/>
              <a:t> vestibulum in </a:t>
            </a:r>
            <a:r>
              <a:rPr lang="en-GB" err="1"/>
              <a:t>elit</a:t>
            </a:r>
            <a:r>
              <a:rPr lang="en-GB"/>
              <a:t> </a:t>
            </a:r>
            <a:r>
              <a:rPr lang="en-GB" err="1"/>
              <a:t>amet</a:t>
            </a:r>
            <a:r>
              <a:rPr lang="en-GB"/>
              <a:t>. 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53F665E7-12E3-848B-E6BE-E6C17965566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10" name="Section Topic">
            <a:extLst>
              <a:ext uri="{FF2B5EF4-FFF2-40B4-BE49-F238E27FC236}">
                <a16:creationId xmlns:a16="http://schemas.microsoft.com/office/drawing/2014/main" id="{D7E7E8DE-CEC1-58D6-2AE6-0C4B68230E66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SECTION ▸ TITLE NAME</a:t>
            </a:r>
          </a:p>
        </p:txBody>
      </p:sp>
      <p:pic>
        <p:nvPicPr>
          <p:cNvPr id="15" name="Image" descr="A happy older couple taking a selfie&#10;">
            <a:extLst>
              <a:ext uri="{FF2B5EF4-FFF2-40B4-BE49-F238E27FC236}">
                <a16:creationId xmlns:a16="http://schemas.microsoft.com/office/drawing/2014/main" id="{C46DF1E5-4034-E3FC-8E90-747BBD4C9E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63" t="15933" r="8161" b="5008"/>
          <a:stretch>
            <a:fillRect/>
          </a:stretch>
        </p:blipFill>
        <p:spPr>
          <a:xfrm>
            <a:off x="6233367" y="-1"/>
            <a:ext cx="6382830" cy="6343651"/>
          </a:xfrm>
          <a:prstGeom prst="round2SameRect">
            <a:avLst>
              <a:gd name="adj1" fmla="val 0"/>
              <a:gd name="adj2" fmla="val 50000"/>
            </a:avLst>
          </a:prstGeom>
        </p:spPr>
      </p:pic>
    </p:spTree>
    <p:extLst>
      <p:ext uri="{BB962C8B-B14F-4D97-AF65-F5344CB8AC3E}">
        <p14:creationId xmlns:p14="http://schemas.microsoft.com/office/powerpoint/2010/main" val="3066815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49F5-095F-D398-1794-2DF59C448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2DA8F6-BB29-BA58-C2BA-254237F8CF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88" y="-366455"/>
            <a:ext cx="6731306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 page title placeholder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B36A139-7FAD-5217-CDC0-BE6D6F19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5FC-F7B9-3F4D-861F-9DDB8C0A408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4" name="Section Topic">
            <a:extLst>
              <a:ext uri="{FF2B5EF4-FFF2-40B4-BE49-F238E27FC236}">
                <a16:creationId xmlns:a16="http://schemas.microsoft.com/office/drawing/2014/main" id="{CFB6E1F7-CC34-DC79-D152-167AFA778950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SECTION ▸ STAT</a:t>
            </a:r>
          </a:p>
        </p:txBody>
      </p:sp>
      <p:sp>
        <p:nvSpPr>
          <p:cNvPr id="7" name="Stat">
            <a:extLst>
              <a:ext uri="{FF2B5EF4-FFF2-40B4-BE49-F238E27FC236}">
                <a16:creationId xmlns:a16="http://schemas.microsoft.com/office/drawing/2014/main" id="{20132E5D-ACE8-E624-CDF0-B2415A9AAC0F}"/>
              </a:ext>
            </a:extLst>
          </p:cNvPr>
          <p:cNvSpPr txBox="1">
            <a:spLocks/>
          </p:cNvSpPr>
          <p:nvPr/>
        </p:nvSpPr>
        <p:spPr>
          <a:xfrm>
            <a:off x="491698" y="1559339"/>
            <a:ext cx="7990609" cy="335922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Visby CF Medium" pitchFamily="2" charset="77"/>
                <a:ea typeface="+mj-ea"/>
                <a:cs typeface="+mj-cs"/>
              </a:defRPr>
            </a:lvl1pPr>
          </a:lstStyle>
          <a:p>
            <a:r>
              <a:rPr lang="en-GB" sz="23000">
                <a:latin typeface="Unilever Desire" pitchFamily="2" charset="77"/>
              </a:rPr>
              <a:t>25%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C2962878-A07A-A74C-6FF0-49E61067F525}"/>
              </a:ext>
            </a:extLst>
          </p:cNvPr>
          <p:cNvSpPr txBox="1">
            <a:spLocks/>
          </p:cNvSpPr>
          <p:nvPr/>
        </p:nvSpPr>
        <p:spPr>
          <a:xfrm>
            <a:off x="491698" y="4380027"/>
            <a:ext cx="5681663" cy="4603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>
                <a:latin typeface="Unilever Desire Semi Bold" pitchFamily="2" charset="77"/>
              </a:rPr>
              <a:t>increase on direct dispatch </a:t>
            </a:r>
          </a:p>
        </p:txBody>
      </p:sp>
      <p:sp>
        <p:nvSpPr>
          <p:cNvPr id="9" name="Detail">
            <a:extLst>
              <a:ext uri="{FF2B5EF4-FFF2-40B4-BE49-F238E27FC236}">
                <a16:creationId xmlns:a16="http://schemas.microsoft.com/office/drawing/2014/main" id="{D2C2E8E9-C62B-E62D-BC0D-20DFC25FD8FD}"/>
              </a:ext>
            </a:extLst>
          </p:cNvPr>
          <p:cNvSpPr txBox="1">
            <a:spLocks/>
          </p:cNvSpPr>
          <p:nvPr/>
        </p:nvSpPr>
        <p:spPr>
          <a:xfrm>
            <a:off x="491699" y="5033463"/>
            <a:ext cx="4208318" cy="6401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latin typeface="Unilever Desire" pitchFamily="2" charset="77"/>
              </a:rPr>
              <a:t>This means fewer touch points, faster shipments, and better scalability for our partners.</a:t>
            </a:r>
          </a:p>
        </p:txBody>
      </p:sp>
    </p:spTree>
    <p:extLst>
      <p:ext uri="{BB962C8B-B14F-4D97-AF65-F5344CB8AC3E}">
        <p14:creationId xmlns:p14="http://schemas.microsoft.com/office/powerpoint/2010/main" val="1458426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CB4D7-3997-BD26-5546-A81D98B6C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line">
            <a:extLst>
              <a:ext uri="{FF2B5EF4-FFF2-40B4-BE49-F238E27FC236}">
                <a16:creationId xmlns:a16="http://schemas.microsoft.com/office/drawing/2014/main" id="{76DFD5CC-B842-EFD2-E012-AF4EABBEF5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454" y="1106424"/>
            <a:ext cx="9143999" cy="523104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Visby CF Medium" pitchFamily="2" charset="77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  <a:t>Logistics done </a:t>
            </a:r>
            <a:b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</a:br>
            <a: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  <a:t>smarter, delivering </a:t>
            </a:r>
            <a:b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</a:br>
            <a: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  <a:t>results where it </a:t>
            </a:r>
            <a:b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</a:br>
            <a: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  <a:t>matters most.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64FAB24E-2AC5-0E84-4C3A-96470326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5FC-F7B9-3F4D-861F-9DDB8C0A408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Section Topic">
            <a:extLst>
              <a:ext uri="{FF2B5EF4-FFF2-40B4-BE49-F238E27FC236}">
                <a16:creationId xmlns:a16="http://schemas.microsoft.com/office/drawing/2014/main" id="{6768C1A9-B980-0BE3-3F45-5B5EB92BA0FF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SECTION ▸ BIG STATEMENT</a:t>
            </a:r>
          </a:p>
        </p:txBody>
      </p:sp>
    </p:spTree>
    <p:extLst>
      <p:ext uri="{BB962C8B-B14F-4D97-AF65-F5344CB8AC3E}">
        <p14:creationId xmlns:p14="http://schemas.microsoft.com/office/powerpoint/2010/main" val="1170124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33D5-5AE8-4D51-6F0C-9231FF157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48968C94-6E9A-E69C-86BC-4F13EE862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0598" y="965554"/>
            <a:ext cx="9143999" cy="553566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Visby CF Medium" pitchFamily="2" charset="77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  <a:t>Logistics done </a:t>
            </a:r>
            <a:b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</a:br>
            <a: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  <a:t>smarter, delivering </a:t>
            </a:r>
            <a:b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</a:br>
            <a: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  <a:t>results where it </a:t>
            </a:r>
            <a:b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</a:br>
            <a: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  <a:t>matters most.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C431C06-2BB0-22BB-3162-5C957480F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5FC-F7B9-3F4D-861F-9DDB8C0A408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2" name="Section Topic">
            <a:extLst>
              <a:ext uri="{FF2B5EF4-FFF2-40B4-BE49-F238E27FC236}">
                <a16:creationId xmlns:a16="http://schemas.microsoft.com/office/drawing/2014/main" id="{54A468D3-B4FC-95D9-7E2B-9323BF7926DF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SECTION ▸ STATEMENT</a:t>
            </a:r>
          </a:p>
        </p:txBody>
      </p:sp>
    </p:spTree>
    <p:extLst>
      <p:ext uri="{BB962C8B-B14F-4D97-AF65-F5344CB8AC3E}">
        <p14:creationId xmlns:p14="http://schemas.microsoft.com/office/powerpoint/2010/main" val="774399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FB36F-AFCB-4986-F18D-D7509C4CD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F79E2DF6-95FF-489F-EB9E-9E48CDF5C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1227138"/>
            <a:ext cx="5168900" cy="132715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440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Engaging page title goes here</a:t>
            </a:r>
          </a:p>
        </p:txBody>
      </p:sp>
      <p:sp>
        <p:nvSpPr>
          <p:cNvPr id="6" name="Body Copy">
            <a:extLst>
              <a:ext uri="{FF2B5EF4-FFF2-40B4-BE49-F238E27FC236}">
                <a16:creationId xmlns:a16="http://schemas.microsoft.com/office/drawing/2014/main" id="{508BBFEA-235A-9D4E-83B4-9B6195009AB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GB"/>
              <a:t>Lorem ipsum dolor sit amet consectetur adipiscing elit. </a:t>
            </a:r>
            <a:br>
              <a:rPr lang="en-GB"/>
            </a:br>
            <a:r>
              <a:rPr lang="en-GB"/>
              <a:t>Cras porttitor dolor mi non auctor maximus pharetra magna. Morbi sit amet vestibulum amet.</a:t>
            </a:r>
          </a:p>
          <a:p>
            <a:r>
              <a:rPr lang="en-GB"/>
              <a:t>Cras porttitor dolor mi non auctor maximus pharetra magna. Morbi sit amet lorem vestibulum in elit amet. </a:t>
            </a:r>
            <a:br>
              <a:rPr lang="en-GB"/>
            </a:br>
            <a:r>
              <a:rPr lang="en-GB"/>
              <a:t>Lorem ipsum dolor amet consectetur adipiscing elit.</a:t>
            </a:r>
          </a:p>
          <a:p>
            <a:r>
              <a:rPr lang="en-GB"/>
              <a:t>Dolor lorem dolor sit amet consectetur adipiscing elit. </a:t>
            </a:r>
            <a:br>
              <a:rPr lang="en-GB"/>
            </a:br>
            <a:r>
              <a:rPr lang="en-GB"/>
              <a:t>Cras porttitor dolor mi non auctor maximus pharetra magna. Morbi sit amet vestibulum amet.</a:t>
            </a:r>
          </a:p>
          <a:p>
            <a:r>
              <a:rPr lang="en-GB"/>
              <a:t>Cras porttitor dolor mi non auctor maximus pharetra magna. Morbi sit amet lorem vestibulum in elit amet. </a:t>
            </a:r>
            <a:br>
              <a:rPr lang="en-GB"/>
            </a:br>
            <a:r>
              <a:rPr lang="en-GB"/>
              <a:t>Lorem ipsum dolor amet consectetur adipiscing elit.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3782239-D11C-DC3B-F0CA-52F64F37A0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15" name="Section Topic">
            <a:extLst>
              <a:ext uri="{FF2B5EF4-FFF2-40B4-BE49-F238E27FC236}">
                <a16:creationId xmlns:a16="http://schemas.microsoft.com/office/drawing/2014/main" id="{C4B428B0-08E5-F77A-0BDD-4A99F57F8C82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SECTION ▸ TOPIC</a:t>
            </a:r>
          </a:p>
        </p:txBody>
      </p:sp>
      <p:sp>
        <p:nvSpPr>
          <p:cNvPr id="10" name="Stat">
            <a:extLst>
              <a:ext uri="{FF2B5EF4-FFF2-40B4-BE49-F238E27FC236}">
                <a16:creationId xmlns:a16="http://schemas.microsoft.com/office/drawing/2014/main" id="{7C088803-0366-02FC-5BF8-16528527148D}"/>
              </a:ext>
            </a:extLst>
          </p:cNvPr>
          <p:cNvSpPr txBox="1">
            <a:spLocks/>
          </p:cNvSpPr>
          <p:nvPr/>
        </p:nvSpPr>
        <p:spPr>
          <a:xfrm>
            <a:off x="6806315" y="2540900"/>
            <a:ext cx="3940572" cy="228606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Visby CF Medium" pitchFamily="2" charset="77"/>
                <a:ea typeface="+mj-ea"/>
                <a:cs typeface="+mj-cs"/>
              </a:defRPr>
            </a:lvl1pPr>
          </a:lstStyle>
          <a:p>
            <a:r>
              <a:rPr lang="en-GB" sz="16000">
                <a:latin typeface="Unilever Desire" pitchFamily="2" charset="77"/>
              </a:rPr>
              <a:t>25%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4301EC42-2772-38FB-0C95-335D16E1081C}"/>
              </a:ext>
            </a:extLst>
          </p:cNvPr>
          <p:cNvSpPr txBox="1">
            <a:spLocks/>
          </p:cNvSpPr>
          <p:nvPr/>
        </p:nvSpPr>
        <p:spPr>
          <a:xfrm>
            <a:off x="6609245" y="4474727"/>
            <a:ext cx="4019309" cy="5062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GB" sz="2200" b="1">
                <a:latin typeface="Unilever Desire Semi Bold" pitchFamily="2" charset="77"/>
              </a:rPr>
              <a:t>increase on direct dispatch </a:t>
            </a:r>
          </a:p>
        </p:txBody>
      </p:sp>
      <p:sp>
        <p:nvSpPr>
          <p:cNvPr id="8" name="Container Shape">
            <a:extLst>
              <a:ext uri="{FF2B5EF4-FFF2-40B4-BE49-F238E27FC236}">
                <a16:creationId xmlns:a16="http://schemas.microsoft.com/office/drawing/2014/main" id="{0280F4C2-5A45-D88A-F843-F7F83F0D1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85492" y="1954712"/>
            <a:ext cx="5352421" cy="3669955"/>
          </a:xfrm>
          <a:prstGeom prst="round2DiagRect">
            <a:avLst>
              <a:gd name="adj1" fmla="val 0"/>
              <a:gd name="adj2" fmla="val 50000"/>
            </a:avLst>
          </a:prstGeom>
          <a:noFill/>
          <a:ln w="28575" cap="flat">
            <a:solidFill>
              <a:schemeClr val="accent4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3249022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3027-7B53-B0C6-02B8-353D323761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59194" y="-346470"/>
            <a:ext cx="2472152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points page title placeholder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7F69679-ED7F-E39D-C6AF-79C8E475A6E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9" name="Section Topic">
            <a:extLst>
              <a:ext uri="{FF2B5EF4-FFF2-40B4-BE49-F238E27FC236}">
                <a16:creationId xmlns:a16="http://schemas.microsoft.com/office/drawing/2014/main" id="{A0306A76-FB4E-824E-1F3D-ED9F63B8495D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SECTION ▸ KEY POINTS</a:t>
            </a:r>
          </a:p>
        </p:txBody>
      </p:sp>
      <p:cxnSp>
        <p:nvCxnSpPr>
          <p:cNvPr id="27" name="Line">
            <a:extLst>
              <a:ext uri="{FF2B5EF4-FFF2-40B4-BE49-F238E27FC236}">
                <a16:creationId xmlns:a16="http://schemas.microsoft.com/office/drawing/2014/main" id="{3B6BE06E-991E-76A3-F452-EC997803B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8597" y="1562381"/>
            <a:ext cx="0" cy="4164046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1">
            <a:extLst>
              <a:ext uri="{FF2B5EF4-FFF2-40B4-BE49-F238E27FC236}">
                <a16:creationId xmlns:a16="http://schemas.microsoft.com/office/drawing/2014/main" id="{D4FBF071-F920-9756-01A9-35961CF4A383}"/>
              </a:ext>
            </a:extLst>
          </p:cNvPr>
          <p:cNvSpPr txBox="1"/>
          <p:nvPr/>
        </p:nvSpPr>
        <p:spPr>
          <a:xfrm>
            <a:off x="597124" y="1379457"/>
            <a:ext cx="592742" cy="110799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US" sz="6600" b="1">
                <a:solidFill>
                  <a:schemeClr val="tx1"/>
                </a:solidFill>
                <a:latin typeface="Unilever Desire" pitchFamily="2" charset="77"/>
              </a:rPr>
              <a:t>1</a:t>
            </a:r>
          </a:p>
        </p:txBody>
      </p:sp>
      <p:sp>
        <p:nvSpPr>
          <p:cNvPr id="13" name="Headline">
            <a:extLst>
              <a:ext uri="{FF2B5EF4-FFF2-40B4-BE49-F238E27FC236}">
                <a16:creationId xmlns:a16="http://schemas.microsoft.com/office/drawing/2014/main" id="{3CCB25F1-3850-E136-99EA-52547FC13237}"/>
              </a:ext>
            </a:extLst>
          </p:cNvPr>
          <p:cNvSpPr txBox="1">
            <a:spLocks/>
          </p:cNvSpPr>
          <p:nvPr/>
        </p:nvSpPr>
        <p:spPr>
          <a:xfrm>
            <a:off x="597124" y="2487453"/>
            <a:ext cx="3012103" cy="135352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 hangingPunct="0">
              <a:lnSpc>
                <a:spcPct val="90000"/>
              </a:lnSpc>
              <a:spcBef>
                <a:spcPts val="0"/>
              </a:spcBef>
            </a:pPr>
            <a:r>
              <a:rPr lang="en-GB" sz="3400">
                <a:solidFill>
                  <a:schemeClr val="tx1"/>
                </a:solidFill>
                <a:latin typeface="Unilever Desire Semi Bold" pitchFamily="2" charset="77"/>
                <a:ea typeface="+mj-ea"/>
                <a:cs typeface="+mj-cs"/>
              </a:rPr>
              <a:t>Section headline</a:t>
            </a:r>
          </a:p>
        </p:txBody>
      </p:sp>
      <p:sp>
        <p:nvSpPr>
          <p:cNvPr id="14" name="Body copy">
            <a:extLst>
              <a:ext uri="{FF2B5EF4-FFF2-40B4-BE49-F238E27FC236}">
                <a16:creationId xmlns:a16="http://schemas.microsoft.com/office/drawing/2014/main" id="{9D36E99F-617C-6C81-406A-C4AE901156A6}"/>
              </a:ext>
            </a:extLst>
          </p:cNvPr>
          <p:cNvSpPr txBox="1">
            <a:spLocks/>
          </p:cNvSpPr>
          <p:nvPr/>
        </p:nvSpPr>
        <p:spPr>
          <a:xfrm>
            <a:off x="605216" y="3840982"/>
            <a:ext cx="3160580" cy="15395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300">
                <a:latin typeface="Unilever Desire" pitchFamily="2" charset="77"/>
              </a:rPr>
              <a:t>Lorem ipsum dolor sit amet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300">
                <a:latin typeface="Unilever Desire" pitchFamily="2" charset="77"/>
              </a:rPr>
              <a:t>Maximus in pharetra magna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300">
                <a:latin typeface="Unilever Desire" pitchFamily="2" charset="77"/>
              </a:rPr>
              <a:t>Morbi sit vestibulum elit amet</a:t>
            </a:r>
          </a:p>
        </p:txBody>
      </p:sp>
      <p:cxnSp>
        <p:nvCxnSpPr>
          <p:cNvPr id="24" name="Line">
            <a:extLst>
              <a:ext uri="{FF2B5EF4-FFF2-40B4-BE49-F238E27FC236}">
                <a16:creationId xmlns:a16="http://schemas.microsoft.com/office/drawing/2014/main" id="{624CA75E-0CE3-2AC5-7573-5654AD8E2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43301" y="1562381"/>
            <a:ext cx="0" cy="4164046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2">
            <a:extLst>
              <a:ext uri="{FF2B5EF4-FFF2-40B4-BE49-F238E27FC236}">
                <a16:creationId xmlns:a16="http://schemas.microsoft.com/office/drawing/2014/main" id="{00199DFD-9B52-2CEE-B45D-0C31A2B32CC5}"/>
              </a:ext>
            </a:extLst>
          </p:cNvPr>
          <p:cNvSpPr txBox="1"/>
          <p:nvPr/>
        </p:nvSpPr>
        <p:spPr>
          <a:xfrm>
            <a:off x="4376104" y="1379457"/>
            <a:ext cx="592742" cy="110799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US" sz="6600" b="1">
                <a:solidFill>
                  <a:schemeClr val="tx1"/>
                </a:solidFill>
                <a:latin typeface="Unilever Desire" pitchFamily="2" charset="77"/>
              </a:rPr>
              <a:t>2</a:t>
            </a:r>
          </a:p>
        </p:txBody>
      </p:sp>
      <p:sp>
        <p:nvSpPr>
          <p:cNvPr id="18" name="Headline">
            <a:extLst>
              <a:ext uri="{FF2B5EF4-FFF2-40B4-BE49-F238E27FC236}">
                <a16:creationId xmlns:a16="http://schemas.microsoft.com/office/drawing/2014/main" id="{A6438753-B258-D481-2C1E-333C3259D337}"/>
              </a:ext>
            </a:extLst>
          </p:cNvPr>
          <p:cNvSpPr txBox="1">
            <a:spLocks/>
          </p:cNvSpPr>
          <p:nvPr/>
        </p:nvSpPr>
        <p:spPr>
          <a:xfrm>
            <a:off x="4376104" y="2487453"/>
            <a:ext cx="3012103" cy="135352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 hangingPunct="0">
              <a:lnSpc>
                <a:spcPct val="90000"/>
              </a:lnSpc>
              <a:spcBef>
                <a:spcPts val="0"/>
              </a:spcBef>
            </a:pPr>
            <a:r>
              <a:rPr lang="en-GB" sz="3400">
                <a:solidFill>
                  <a:schemeClr val="tx1"/>
                </a:solidFill>
                <a:latin typeface="Unilever Desire Semi Bold" pitchFamily="2" charset="77"/>
                <a:ea typeface="+mj-ea"/>
                <a:cs typeface="+mj-cs"/>
              </a:rPr>
              <a:t>Section headline</a:t>
            </a:r>
          </a:p>
        </p:txBody>
      </p:sp>
      <p:sp>
        <p:nvSpPr>
          <p:cNvPr id="19" name="Body copy">
            <a:extLst>
              <a:ext uri="{FF2B5EF4-FFF2-40B4-BE49-F238E27FC236}">
                <a16:creationId xmlns:a16="http://schemas.microsoft.com/office/drawing/2014/main" id="{E7D84078-4D34-0F2C-EC26-5C9D8E713ABB}"/>
              </a:ext>
            </a:extLst>
          </p:cNvPr>
          <p:cNvSpPr txBox="1">
            <a:spLocks/>
          </p:cNvSpPr>
          <p:nvPr/>
        </p:nvSpPr>
        <p:spPr>
          <a:xfrm>
            <a:off x="4384196" y="3840982"/>
            <a:ext cx="3160580" cy="15395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300">
                <a:latin typeface="Unilever Desire" pitchFamily="2" charset="77"/>
              </a:rPr>
              <a:t>Lorem ipsum dolor sit amet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300">
                <a:latin typeface="Unilever Desire" pitchFamily="2" charset="77"/>
              </a:rPr>
              <a:t>Maximus in pharetra magna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300">
                <a:latin typeface="Unilever Desire" pitchFamily="2" charset="77"/>
              </a:rPr>
              <a:t>Morbi sit vestibulum elit amet</a:t>
            </a:r>
          </a:p>
        </p:txBody>
      </p:sp>
      <p:cxnSp>
        <p:nvCxnSpPr>
          <p:cNvPr id="26" name="Line">
            <a:extLst>
              <a:ext uri="{FF2B5EF4-FFF2-40B4-BE49-F238E27FC236}">
                <a16:creationId xmlns:a16="http://schemas.microsoft.com/office/drawing/2014/main" id="{1783B98C-D501-8A01-83B2-C35684236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237871" y="1562381"/>
            <a:ext cx="0" cy="4164046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3">
            <a:extLst>
              <a:ext uri="{FF2B5EF4-FFF2-40B4-BE49-F238E27FC236}">
                <a16:creationId xmlns:a16="http://schemas.microsoft.com/office/drawing/2014/main" id="{A7C65D58-01B6-4BB9-E690-23A64017EEBD}"/>
              </a:ext>
            </a:extLst>
          </p:cNvPr>
          <p:cNvSpPr txBox="1"/>
          <p:nvPr/>
        </p:nvSpPr>
        <p:spPr>
          <a:xfrm>
            <a:off x="8430214" y="1379457"/>
            <a:ext cx="592742" cy="110799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US" sz="6600" b="1">
                <a:solidFill>
                  <a:schemeClr val="tx1"/>
                </a:solidFill>
                <a:latin typeface="Unilever Desire" pitchFamily="2" charset="77"/>
              </a:rPr>
              <a:t>3</a:t>
            </a:r>
          </a:p>
        </p:txBody>
      </p:sp>
      <p:sp>
        <p:nvSpPr>
          <p:cNvPr id="21" name="Headline">
            <a:extLst>
              <a:ext uri="{FF2B5EF4-FFF2-40B4-BE49-F238E27FC236}">
                <a16:creationId xmlns:a16="http://schemas.microsoft.com/office/drawing/2014/main" id="{00BC7305-BE8C-F072-EAEA-6D7F673F05BA}"/>
              </a:ext>
            </a:extLst>
          </p:cNvPr>
          <p:cNvSpPr txBox="1">
            <a:spLocks/>
          </p:cNvSpPr>
          <p:nvPr/>
        </p:nvSpPr>
        <p:spPr>
          <a:xfrm>
            <a:off x="8430214" y="2487453"/>
            <a:ext cx="3012103" cy="135352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 hangingPunct="0">
              <a:lnSpc>
                <a:spcPct val="90000"/>
              </a:lnSpc>
              <a:spcBef>
                <a:spcPts val="0"/>
              </a:spcBef>
            </a:pPr>
            <a:r>
              <a:rPr lang="en-GB" sz="3400">
                <a:solidFill>
                  <a:schemeClr val="tx1"/>
                </a:solidFill>
                <a:latin typeface="Unilever Desire Semi Bold" pitchFamily="2" charset="77"/>
                <a:ea typeface="+mj-ea"/>
                <a:cs typeface="+mj-cs"/>
              </a:rPr>
              <a:t>Section headline</a:t>
            </a:r>
          </a:p>
        </p:txBody>
      </p:sp>
      <p:sp>
        <p:nvSpPr>
          <p:cNvPr id="22" name="Body copy">
            <a:extLst>
              <a:ext uri="{FF2B5EF4-FFF2-40B4-BE49-F238E27FC236}">
                <a16:creationId xmlns:a16="http://schemas.microsoft.com/office/drawing/2014/main" id="{626CB18F-6035-C5ED-5749-975354288ABC}"/>
              </a:ext>
            </a:extLst>
          </p:cNvPr>
          <p:cNvSpPr txBox="1">
            <a:spLocks/>
          </p:cNvSpPr>
          <p:nvPr/>
        </p:nvSpPr>
        <p:spPr>
          <a:xfrm>
            <a:off x="8438306" y="3840982"/>
            <a:ext cx="3160580" cy="15395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300">
                <a:latin typeface="Unilever Desire" pitchFamily="2" charset="77"/>
              </a:rPr>
              <a:t>Lorem ipsum dolor sit amet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300">
                <a:latin typeface="Unilever Desire" pitchFamily="2" charset="77"/>
              </a:rPr>
              <a:t>Maximus in pharetra magna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300">
                <a:latin typeface="Unilever Desire" pitchFamily="2" charset="77"/>
              </a:rPr>
              <a:t>Morbi sit vestibulum elit amet</a:t>
            </a:r>
          </a:p>
        </p:txBody>
      </p:sp>
    </p:spTree>
    <p:extLst>
      <p:ext uri="{BB962C8B-B14F-4D97-AF65-F5344CB8AC3E}">
        <p14:creationId xmlns:p14="http://schemas.microsoft.com/office/powerpoint/2010/main" val="494296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A68AD-27D8-EE29-33D4-DC952165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5A3DDE88-E78C-7445-E6E5-38862DACB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1014413"/>
            <a:ext cx="10231437" cy="81438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440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Engaging page title goes here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21AB4B38-1BB3-48DC-DE50-65B2DB1D77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12" name="Section Topic">
            <a:extLst>
              <a:ext uri="{FF2B5EF4-FFF2-40B4-BE49-F238E27FC236}">
                <a16:creationId xmlns:a16="http://schemas.microsoft.com/office/drawing/2014/main" id="{B1712B47-2601-51FC-6299-AFF95FDE2D24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SECTION ▸ COLUMNS</a:t>
            </a:r>
          </a:p>
        </p:txBody>
      </p:sp>
      <p:cxnSp>
        <p:nvCxnSpPr>
          <p:cNvPr id="20" name="Line">
            <a:extLst>
              <a:ext uri="{FF2B5EF4-FFF2-40B4-BE49-F238E27FC236}">
                <a16:creationId xmlns:a16="http://schemas.microsoft.com/office/drawing/2014/main" id="{03DA63C0-E96E-F6ED-B340-BAF4827C7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7335" y="1980315"/>
            <a:ext cx="11390218" cy="0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">
            <a:extLst>
              <a:ext uri="{FF2B5EF4-FFF2-40B4-BE49-F238E27FC236}">
                <a16:creationId xmlns:a16="http://schemas.microsoft.com/office/drawing/2014/main" id="{A5801204-8529-70FE-0621-31490EBDD676}"/>
              </a:ext>
            </a:extLst>
          </p:cNvPr>
          <p:cNvSpPr txBox="1">
            <a:spLocks/>
          </p:cNvSpPr>
          <p:nvPr/>
        </p:nvSpPr>
        <p:spPr>
          <a:xfrm>
            <a:off x="313724" y="2384991"/>
            <a:ext cx="2959828" cy="353783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2000" b="1">
                <a:latin typeface="Unilever Desire Semi Bold" pitchFamily="2" charset="77"/>
              </a:rPr>
              <a:t>Headline goes here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sz="1100">
                <a:latin typeface="Unilever Desire" pitchFamily="2" charset="77"/>
              </a:rPr>
              <a:t>Lorem ipsum dolor sit amet adipiscing. Cras porttitor dolor mi non auctor at maximus pharetra magna. Morbi sit amet vestibulum amet.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100" b="1">
                <a:latin typeface="Unilever Desire Semi Bold" pitchFamily="2" charset="77"/>
              </a:rPr>
              <a:t>Lorem ipsum dolor sit amet consectetur adipiscing elit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100" b="1">
                <a:latin typeface="Unilever Desire Semi Bold" pitchFamily="2" charset="77"/>
              </a:rPr>
              <a:t>Non porttitor dolor non </a:t>
            </a:r>
            <a:br>
              <a:rPr lang="en-GB" sz="1100" b="1">
                <a:latin typeface="Unilever Desire Semi Bold" pitchFamily="2" charset="77"/>
              </a:rPr>
            </a:br>
            <a:r>
              <a:rPr lang="en-GB" sz="1100" b="1">
                <a:latin typeface="Unilever Desire Semi Bold" pitchFamily="2" charset="77"/>
              </a:rPr>
              <a:t>maximus in pharetra magna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100" b="1">
                <a:latin typeface="Unilever Desire Semi Bold" pitchFamily="2" charset="77"/>
              </a:rPr>
              <a:t>Morbi sit vestibulum elit amet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6A8DDDEB-5ED1-0321-4A79-4F047A853782}"/>
              </a:ext>
            </a:extLst>
          </p:cNvPr>
          <p:cNvSpPr txBox="1">
            <a:spLocks/>
          </p:cNvSpPr>
          <p:nvPr/>
        </p:nvSpPr>
        <p:spPr>
          <a:xfrm>
            <a:off x="4396520" y="2384991"/>
            <a:ext cx="2959828" cy="353783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2000" b="1">
                <a:latin typeface="Unilever Desire Semi Bold" pitchFamily="2" charset="77"/>
              </a:rPr>
              <a:t>Headline goes here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sz="1100">
                <a:latin typeface="Unilever Desire" pitchFamily="2" charset="77"/>
              </a:rPr>
              <a:t>Lorem ipsum dolor sit amet adipiscing. Cras porttitor dolor mi non auctor at maximus pharetra magna. Morbi sit amet vestibulum amet.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100" b="1">
                <a:latin typeface="Unilever Desire Semi Bold" pitchFamily="2" charset="77"/>
              </a:rPr>
              <a:t>Lorem ipsum dolor sit amet consectetur adipiscing elit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100" b="1">
                <a:latin typeface="Unilever Desire Semi Bold" pitchFamily="2" charset="77"/>
              </a:rPr>
              <a:t>Non porttitor dolor non </a:t>
            </a:r>
            <a:br>
              <a:rPr lang="en-GB" sz="1100" b="1">
                <a:latin typeface="Unilever Desire Semi Bold" pitchFamily="2" charset="77"/>
              </a:rPr>
            </a:br>
            <a:r>
              <a:rPr lang="en-GB" sz="1100" b="1">
                <a:latin typeface="Unilever Desire Semi Bold" pitchFamily="2" charset="77"/>
              </a:rPr>
              <a:t>maximus in pharetra magna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100" b="1">
                <a:latin typeface="Unilever Desire Semi Bold" pitchFamily="2" charset="77"/>
              </a:rPr>
              <a:t>Morbi sit vestibulum elit amet</a:t>
            </a:r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FDE014E9-F065-F8C3-32C9-B2F2B644E86F}"/>
              </a:ext>
            </a:extLst>
          </p:cNvPr>
          <p:cNvSpPr txBox="1">
            <a:spLocks/>
          </p:cNvSpPr>
          <p:nvPr/>
        </p:nvSpPr>
        <p:spPr>
          <a:xfrm>
            <a:off x="8479316" y="2384991"/>
            <a:ext cx="2959828" cy="353783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2000" b="1">
                <a:latin typeface="Unilever Desire Semi Bold" pitchFamily="2" charset="77"/>
              </a:rPr>
              <a:t>Headline goes here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sz="1100">
                <a:latin typeface="Unilever Desire" pitchFamily="2" charset="77"/>
              </a:rPr>
              <a:t>Lorem ipsum dolor sit amet adipiscing. Cras porttitor dolor mi non auctor at maximus pharetra magna. Morbi sit amet vestibulum amet.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100" b="1">
                <a:latin typeface="Unilever Desire Semi Bold" pitchFamily="2" charset="77"/>
              </a:rPr>
              <a:t>Lorem ipsum dolor sit amet consectetur adipiscing elit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100" b="1">
                <a:latin typeface="Unilever Desire Semi Bold" pitchFamily="2" charset="77"/>
              </a:rPr>
              <a:t>Non porttitor dolor non </a:t>
            </a:r>
            <a:br>
              <a:rPr lang="en-GB" sz="1100" b="1">
                <a:latin typeface="Unilever Desire Semi Bold" pitchFamily="2" charset="77"/>
              </a:rPr>
            </a:br>
            <a:r>
              <a:rPr lang="en-GB" sz="1100" b="1">
                <a:latin typeface="Unilever Desire Semi Bold" pitchFamily="2" charset="77"/>
              </a:rPr>
              <a:t>maximus in pharetra magna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100" b="1">
                <a:latin typeface="Unilever Desire Semi Bold" pitchFamily="2" charset="77"/>
              </a:rPr>
              <a:t>Morbi sit vestibulum elit amet</a:t>
            </a:r>
          </a:p>
        </p:txBody>
      </p:sp>
    </p:spTree>
    <p:extLst>
      <p:ext uri="{BB962C8B-B14F-4D97-AF65-F5344CB8AC3E}">
        <p14:creationId xmlns:p14="http://schemas.microsoft.com/office/powerpoint/2010/main" val="3811213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2CA2F-4EEC-192C-B36C-CB67BEFF3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B62DC314-7085-FE03-5D3C-25B07967D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1014413"/>
            <a:ext cx="10231437" cy="81438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440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Engaging page title goes here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4EC4BB7A-C62F-65AD-C3C3-3CF7A3A8A0E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7" name="Section Topic">
            <a:extLst>
              <a:ext uri="{FF2B5EF4-FFF2-40B4-BE49-F238E27FC236}">
                <a16:creationId xmlns:a16="http://schemas.microsoft.com/office/drawing/2014/main" id="{4EC8822E-61FE-31A9-878F-A7144E2C0399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SECTION ▸ 2 COLUMNS</a:t>
            </a:r>
          </a:p>
        </p:txBody>
      </p:sp>
      <p:cxnSp>
        <p:nvCxnSpPr>
          <p:cNvPr id="2" name="Line">
            <a:extLst>
              <a:ext uri="{FF2B5EF4-FFF2-40B4-BE49-F238E27FC236}">
                <a16:creationId xmlns:a16="http://schemas.microsoft.com/office/drawing/2014/main" id="{A6282A09-7718-7959-5C37-EE54CEA00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7335" y="1980315"/>
            <a:ext cx="11390218" cy="0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ody Copy">
            <a:extLst>
              <a:ext uri="{FF2B5EF4-FFF2-40B4-BE49-F238E27FC236}">
                <a16:creationId xmlns:a16="http://schemas.microsoft.com/office/drawing/2014/main" id="{DEF11122-3656-EE99-CF37-D2153E8E1C93}"/>
              </a:ext>
            </a:extLst>
          </p:cNvPr>
          <p:cNvSpPr txBox="1">
            <a:spLocks/>
          </p:cNvSpPr>
          <p:nvPr/>
        </p:nvSpPr>
        <p:spPr>
          <a:xfrm>
            <a:off x="371474" y="2325745"/>
            <a:ext cx="4584498" cy="34061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0" i="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>
                <a:latin typeface="Unilever Desire" pitchFamily="2" charset="77"/>
              </a:rPr>
              <a:t>Lorem ipsum dolor sit amet consectetur adipiscing elit. </a:t>
            </a:r>
            <a:br>
              <a:rPr lang="en-GB" sz="1200">
                <a:latin typeface="Unilever Desire" pitchFamily="2" charset="77"/>
              </a:rPr>
            </a:br>
            <a:r>
              <a:rPr lang="en-GB" sz="1200">
                <a:latin typeface="Unilever Desire" pitchFamily="2" charset="77"/>
              </a:rPr>
              <a:t>Cras porttitor dolor mi non auctor maximus pharetra magna. Morbi sit amet vestibulum amet.</a:t>
            </a:r>
          </a:p>
          <a:p>
            <a:r>
              <a:rPr lang="en-GB" sz="1200">
                <a:latin typeface="Unilever Desire" pitchFamily="2" charset="77"/>
              </a:rPr>
              <a:t>Cras porttitor dolor mi non auctor maximus pharetra magna. Morbi sit amet lorem vestibulum in elit amet. </a:t>
            </a:r>
            <a:br>
              <a:rPr lang="en-GB" sz="1200">
                <a:latin typeface="Unilever Desire" pitchFamily="2" charset="77"/>
              </a:rPr>
            </a:br>
            <a:r>
              <a:rPr lang="en-GB" sz="1200">
                <a:latin typeface="Unilever Desire" pitchFamily="2" charset="77"/>
              </a:rPr>
              <a:t>Lorem ipsum dolor amet consectetur adipiscing elit.</a:t>
            </a:r>
          </a:p>
          <a:p>
            <a:r>
              <a:rPr lang="en-GB" sz="1200">
                <a:latin typeface="Unilever Desire" pitchFamily="2" charset="77"/>
              </a:rPr>
              <a:t>Dolor lorem dolor sit amet consectetur adipiscing elit. </a:t>
            </a:r>
          </a:p>
          <a:p>
            <a:r>
              <a:rPr lang="en-GB" sz="1200">
                <a:latin typeface="Unilever Desire" pitchFamily="2" charset="77"/>
              </a:rPr>
              <a:t>Cras porttitor dolor mi non auctor maximus pharetra magna. Morbi sit amet lorem vestibulum in elit amet. </a:t>
            </a:r>
            <a:br>
              <a:rPr lang="en-GB" sz="1200">
                <a:latin typeface="Unilever Desire" pitchFamily="2" charset="77"/>
              </a:rPr>
            </a:br>
            <a:r>
              <a:rPr lang="en-GB" sz="1200">
                <a:latin typeface="Unilever Desire" pitchFamily="2" charset="77"/>
              </a:rPr>
              <a:t>Lorem ipsum dolor amet consectetur adipiscing elit.</a:t>
            </a:r>
          </a:p>
        </p:txBody>
      </p:sp>
      <p:sp>
        <p:nvSpPr>
          <p:cNvPr id="8" name="Content">
            <a:extLst>
              <a:ext uri="{FF2B5EF4-FFF2-40B4-BE49-F238E27FC236}">
                <a16:creationId xmlns:a16="http://schemas.microsoft.com/office/drawing/2014/main" id="{3754899C-A145-70CA-5144-A74BEF679910}"/>
              </a:ext>
            </a:extLst>
          </p:cNvPr>
          <p:cNvSpPr/>
          <p:nvPr/>
        </p:nvSpPr>
        <p:spPr>
          <a:xfrm>
            <a:off x="5393843" y="2483672"/>
            <a:ext cx="2982919" cy="3090270"/>
          </a:xfrm>
          <a:prstGeom prst="roundRect">
            <a:avLst>
              <a:gd name="adj" fmla="val 6632"/>
            </a:avLst>
          </a:prstGeom>
          <a:solidFill>
            <a:schemeClr val="bg1"/>
          </a:solidFill>
          <a:ln w="12186" cap="flat">
            <a:noFill/>
            <a:prstDash val="solid"/>
            <a:miter/>
          </a:ln>
        </p:spPr>
        <p:txBody>
          <a:bodyPr lIns="251999" tIns="251999" rIns="251999" bIns="251999" rtlCol="0" anchor="ctr"/>
          <a:lstStyle/>
          <a:p>
            <a:pPr marL="0" lvl="1" defTabSz="914400">
              <a:spcAft>
                <a:spcPts val="600"/>
              </a:spcAft>
              <a:defRPr/>
            </a:pPr>
            <a:r>
              <a:rPr lang="en-GB" sz="2000" b="1">
                <a:solidFill>
                  <a:schemeClr val="tx2"/>
                </a:solidFill>
                <a:latin typeface="Unilever Desire Semi Bold" pitchFamily="2" charset="77"/>
              </a:rPr>
              <a:t>Subline goes here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sz="1100">
                <a:latin typeface="Unilever Desire" pitchFamily="2" charset="77"/>
              </a:rPr>
              <a:t>Lorem ipsum dolor sit amet adipiscing. Cras porttitor dolor mi non auctor at maximus pharetra magna. Morbi vestibulum amet.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100" b="1">
                <a:latin typeface="Unilever Desire Semi Bold" pitchFamily="2" charset="77"/>
              </a:rPr>
              <a:t>Lorem ipsum dolor sit amet consectetur adipiscing elit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100" b="1">
                <a:latin typeface="Unilever Desire Semi Bold" pitchFamily="2" charset="77"/>
              </a:rPr>
              <a:t>Non porttitor dolor non </a:t>
            </a:r>
            <a:br>
              <a:rPr lang="en-GB" sz="1100" b="1">
                <a:latin typeface="Unilever Desire Semi Bold" pitchFamily="2" charset="77"/>
              </a:rPr>
            </a:br>
            <a:r>
              <a:rPr lang="en-GB" sz="1100" b="1">
                <a:latin typeface="Unilever Desire Semi Bold" pitchFamily="2" charset="77"/>
              </a:rPr>
              <a:t>maximus in pharetra magna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100" b="1">
                <a:latin typeface="Unilever Desire Semi Bold" pitchFamily="2" charset="77"/>
              </a:rPr>
              <a:t>Morbi sit vestibulum elit amet</a:t>
            </a: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923D1F0D-D267-3268-C256-CB1EB23E170A}"/>
              </a:ext>
            </a:extLst>
          </p:cNvPr>
          <p:cNvSpPr/>
          <p:nvPr/>
        </p:nvSpPr>
        <p:spPr>
          <a:xfrm>
            <a:off x="8814634" y="2483672"/>
            <a:ext cx="2982919" cy="3090270"/>
          </a:xfrm>
          <a:prstGeom prst="roundRect">
            <a:avLst>
              <a:gd name="adj" fmla="val 6632"/>
            </a:avLst>
          </a:prstGeom>
          <a:solidFill>
            <a:schemeClr val="bg1"/>
          </a:solidFill>
          <a:ln w="12186" cap="flat">
            <a:noFill/>
            <a:prstDash val="solid"/>
            <a:miter/>
          </a:ln>
        </p:spPr>
        <p:txBody>
          <a:bodyPr lIns="251999" tIns="251999" rIns="251999" bIns="251999" rtlCol="0" anchor="ctr"/>
          <a:lstStyle/>
          <a:p>
            <a:pPr marL="0" lvl="1" defTabSz="914400">
              <a:spcAft>
                <a:spcPts val="600"/>
              </a:spcAft>
              <a:defRPr/>
            </a:pPr>
            <a:r>
              <a:rPr lang="en-GB" sz="2000" b="1">
                <a:solidFill>
                  <a:schemeClr val="tx2"/>
                </a:solidFill>
                <a:latin typeface="Unilever Desire Semi Bold" pitchFamily="2" charset="77"/>
              </a:rPr>
              <a:t>Subline goes here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sz="1100">
                <a:latin typeface="Unilever Desire" pitchFamily="2" charset="77"/>
              </a:rPr>
              <a:t>Lorem ipsum dolor sit amet adipiscing. Cras porttitor dolor mi non auctor at maximus pharetra magna. Morbi vestibulum amet.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100" b="1">
                <a:latin typeface="Unilever Desire Semi Bold" pitchFamily="2" charset="77"/>
              </a:rPr>
              <a:t>Lorem ipsum dolor sit amet consectetur adipiscing elit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100" b="1">
                <a:latin typeface="Unilever Desire Semi Bold" pitchFamily="2" charset="77"/>
              </a:rPr>
              <a:t>Non porttitor dolor non </a:t>
            </a:r>
            <a:br>
              <a:rPr lang="en-GB" sz="1100" b="1">
                <a:latin typeface="Unilever Desire Semi Bold" pitchFamily="2" charset="77"/>
              </a:rPr>
            </a:br>
            <a:r>
              <a:rPr lang="en-GB" sz="1100" b="1">
                <a:latin typeface="Unilever Desire Semi Bold" pitchFamily="2" charset="77"/>
              </a:rPr>
              <a:t>maximus in pharetra magna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100" b="1">
                <a:latin typeface="Unilever Desire Semi Bold" pitchFamily="2" charset="77"/>
              </a:rPr>
              <a:t>Morbi sit vestibulum elit amet</a:t>
            </a:r>
          </a:p>
        </p:txBody>
      </p:sp>
    </p:spTree>
    <p:extLst>
      <p:ext uri="{BB962C8B-B14F-4D97-AF65-F5344CB8AC3E}">
        <p14:creationId xmlns:p14="http://schemas.microsoft.com/office/powerpoint/2010/main" val="270300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416A0-45AA-BAD9-BD0A-85EF3B9C4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">
            <a:extLst>
              <a:ext uri="{FF2B5EF4-FFF2-40B4-BE49-F238E27FC236}">
                <a16:creationId xmlns:a16="http://schemas.microsoft.com/office/drawing/2014/main" id="{54596195-9735-DDED-E58D-8CF2AF5A5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1014413"/>
            <a:ext cx="10231437" cy="81438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440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Engaging page title goes here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2FB0D52-4F5F-DDBD-BB3D-DA69709086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33" name="Section Topic">
            <a:extLst>
              <a:ext uri="{FF2B5EF4-FFF2-40B4-BE49-F238E27FC236}">
                <a16:creationId xmlns:a16="http://schemas.microsoft.com/office/drawing/2014/main" id="{33F01C9F-87A9-7533-3A82-24DE6DAA56D2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SECTION ▸ 4 COLUMNS</a:t>
            </a:r>
          </a:p>
        </p:txBody>
      </p:sp>
      <p:pic>
        <p:nvPicPr>
          <p:cNvPr id="9" name="Image" descr="A placeholder image of a product that is a white bottle">
            <a:extLst>
              <a:ext uri="{FF2B5EF4-FFF2-40B4-BE49-F238E27FC236}">
                <a16:creationId xmlns:a16="http://schemas.microsoft.com/office/drawing/2014/main" id="{DFA1F171-082E-0153-3A8B-DF108DFF1E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61" t="23017" r="13776" b="10533"/>
          <a:stretch/>
        </p:blipFill>
        <p:spPr>
          <a:xfrm>
            <a:off x="371475" y="2160815"/>
            <a:ext cx="2265848" cy="1861774"/>
          </a:xfrm>
          <a:prstGeom prst="round2DiagRect">
            <a:avLst>
              <a:gd name="adj1" fmla="val 41224"/>
              <a:gd name="adj2" fmla="val 0"/>
            </a:avLst>
          </a:prstGeom>
        </p:spPr>
      </p:pic>
      <p:sp>
        <p:nvSpPr>
          <p:cNvPr id="15" name="Highlight Point">
            <a:extLst>
              <a:ext uri="{FF2B5EF4-FFF2-40B4-BE49-F238E27FC236}">
                <a16:creationId xmlns:a16="http://schemas.microsoft.com/office/drawing/2014/main" id="{76BD231E-38A1-A2D4-BCAD-1AB39E8A7FDB}"/>
              </a:ext>
            </a:extLst>
          </p:cNvPr>
          <p:cNvSpPr/>
          <p:nvPr/>
        </p:nvSpPr>
        <p:spPr>
          <a:xfrm rot="5400000">
            <a:off x="2089688" y="1726667"/>
            <a:ext cx="279141" cy="92901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12186" cap="flat">
            <a:solidFill>
              <a:schemeClr val="accent2"/>
            </a:solidFill>
            <a:prstDash val="solid"/>
            <a:miter/>
          </a:ln>
        </p:spPr>
        <p:txBody>
          <a:bodyPr vert="vert270" lIns="36000" tIns="36000" rIns="36000" bIns="108000" rtlCol="0" anchor="ctr"/>
          <a:lstStyle/>
          <a:p>
            <a:pPr algn="l"/>
            <a:r>
              <a:rPr lang="en-GB" sz="1000" b="1">
                <a:solidFill>
                  <a:schemeClr val="accent2"/>
                </a:solidFill>
                <a:latin typeface="Unilever Desire Semi Bold" pitchFamily="2" charset="77"/>
              </a:rPr>
              <a:t>Q2 Launch</a:t>
            </a: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4B1A20B1-6430-6BDF-6343-E61BAAC775DD}"/>
              </a:ext>
            </a:extLst>
          </p:cNvPr>
          <p:cNvSpPr txBox="1">
            <a:spLocks/>
          </p:cNvSpPr>
          <p:nvPr/>
        </p:nvSpPr>
        <p:spPr>
          <a:xfrm>
            <a:off x="265599" y="4224575"/>
            <a:ext cx="2371724" cy="21317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800">
                <a:latin typeface="Unilever Desire Semi Bold" pitchFamily="2" charset="77"/>
              </a:rPr>
              <a:t>Headline goes here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sz="1000">
                <a:latin typeface="Unilever Desire" pitchFamily="2" charset="77"/>
              </a:rPr>
              <a:t>Lorem ipsum dolor sit amet adipiscing. Cras porttitor dolor mi pharetra magna.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000">
                <a:latin typeface="Unilever Desire" pitchFamily="2" charset="77"/>
              </a:rPr>
              <a:t>Lorem ipsum dolor sit amet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000">
                <a:latin typeface="Unilever Desire" pitchFamily="2" charset="77"/>
              </a:rPr>
              <a:t>Non porttitor dolor non </a:t>
            </a:r>
            <a:br>
              <a:rPr lang="en-GB" sz="1000">
                <a:latin typeface="Unilever Desire" pitchFamily="2" charset="77"/>
              </a:rPr>
            </a:br>
            <a:r>
              <a:rPr lang="en-GB" sz="1000">
                <a:latin typeface="Unilever Desire" pitchFamily="2" charset="77"/>
              </a:rPr>
              <a:t>maximus in pharetra magna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000">
                <a:latin typeface="Unilever Desire" pitchFamily="2" charset="77"/>
              </a:rPr>
              <a:t>Morbi sit vestibulum elit amet</a:t>
            </a:r>
          </a:p>
        </p:txBody>
      </p:sp>
      <p:pic>
        <p:nvPicPr>
          <p:cNvPr id="10" name="Image" descr="A placeholder image of a product that is a white bottle">
            <a:extLst>
              <a:ext uri="{FF2B5EF4-FFF2-40B4-BE49-F238E27FC236}">
                <a16:creationId xmlns:a16="http://schemas.microsoft.com/office/drawing/2014/main" id="{EF33B5E2-A0BA-CD38-E7F2-D530E178B9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49" t="21256" r="31963" b="43694"/>
          <a:stretch/>
        </p:blipFill>
        <p:spPr>
          <a:xfrm>
            <a:off x="3416267" y="2160815"/>
            <a:ext cx="2265848" cy="1861774"/>
          </a:xfrm>
          <a:prstGeom prst="round2DiagRect">
            <a:avLst>
              <a:gd name="adj1" fmla="val 47136"/>
              <a:gd name="adj2" fmla="val 0"/>
            </a:avLst>
          </a:prstGeom>
        </p:spPr>
      </p:pic>
      <p:sp>
        <p:nvSpPr>
          <p:cNvPr id="16" name="Content">
            <a:extLst>
              <a:ext uri="{FF2B5EF4-FFF2-40B4-BE49-F238E27FC236}">
                <a16:creationId xmlns:a16="http://schemas.microsoft.com/office/drawing/2014/main" id="{5369D922-4357-F04B-F2BA-8BB1EB9DF22E}"/>
              </a:ext>
            </a:extLst>
          </p:cNvPr>
          <p:cNvSpPr txBox="1">
            <a:spLocks/>
          </p:cNvSpPr>
          <p:nvPr/>
        </p:nvSpPr>
        <p:spPr>
          <a:xfrm>
            <a:off x="3364399" y="4211875"/>
            <a:ext cx="2371724" cy="21317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800">
                <a:latin typeface="Unilever Desire Semi Bold" pitchFamily="2" charset="77"/>
              </a:rPr>
              <a:t>Headline goes here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sz="1000">
                <a:latin typeface="Unilever Desire" pitchFamily="2" charset="77"/>
              </a:rPr>
              <a:t>Lorem ipsum dolor sit amet adipiscing. Cras porttitor dolor mi pharetra magna.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000">
                <a:latin typeface="Unilever Desire" pitchFamily="2" charset="77"/>
              </a:rPr>
              <a:t>Lorem ipsum dolor sit amet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000">
                <a:latin typeface="Unilever Desire" pitchFamily="2" charset="77"/>
              </a:rPr>
              <a:t>Non porttitor dolor non </a:t>
            </a:r>
            <a:br>
              <a:rPr lang="en-GB" sz="1000">
                <a:latin typeface="Unilever Desire" pitchFamily="2" charset="77"/>
              </a:rPr>
            </a:br>
            <a:r>
              <a:rPr lang="en-GB" sz="1000">
                <a:latin typeface="Unilever Desire" pitchFamily="2" charset="77"/>
              </a:rPr>
              <a:t>maximus in pharetra magna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000">
                <a:latin typeface="Unilever Desire" pitchFamily="2" charset="77"/>
              </a:rPr>
              <a:t>Morbi sit vestibulum elit amet</a:t>
            </a:r>
          </a:p>
        </p:txBody>
      </p:sp>
      <p:pic>
        <p:nvPicPr>
          <p:cNvPr id="12" name="Image" descr="A placeholder image of a product that is a white bottle">
            <a:extLst>
              <a:ext uri="{FF2B5EF4-FFF2-40B4-BE49-F238E27FC236}">
                <a16:creationId xmlns:a16="http://schemas.microsoft.com/office/drawing/2014/main" id="{090DF059-8211-2C6F-73DC-D26C242631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41" t="40249" r="17473" b="9343"/>
          <a:stretch/>
        </p:blipFill>
        <p:spPr>
          <a:xfrm>
            <a:off x="6461059" y="2160815"/>
            <a:ext cx="2265848" cy="1861774"/>
          </a:xfrm>
          <a:prstGeom prst="round2DiagRect">
            <a:avLst>
              <a:gd name="adj1" fmla="val 47136"/>
              <a:gd name="adj2" fmla="val 0"/>
            </a:avLst>
          </a:prstGeom>
        </p:spPr>
      </p:pic>
      <p:sp>
        <p:nvSpPr>
          <p:cNvPr id="14" name="Highlight Point">
            <a:extLst>
              <a:ext uri="{FF2B5EF4-FFF2-40B4-BE49-F238E27FC236}">
                <a16:creationId xmlns:a16="http://schemas.microsoft.com/office/drawing/2014/main" id="{ECEFAE54-5249-D02C-DCAC-F91522607A30}"/>
              </a:ext>
            </a:extLst>
          </p:cNvPr>
          <p:cNvSpPr/>
          <p:nvPr/>
        </p:nvSpPr>
        <p:spPr>
          <a:xfrm rot="5400000">
            <a:off x="8184509" y="1686503"/>
            <a:ext cx="279141" cy="104363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 w="12186" cap="flat">
            <a:noFill/>
            <a:prstDash val="solid"/>
            <a:miter/>
          </a:ln>
        </p:spPr>
        <p:txBody>
          <a:bodyPr vert="vert270" lIns="36000" tIns="36000" rIns="36000" bIns="108000" rtlCol="0" anchor="ctr"/>
          <a:lstStyle/>
          <a:p>
            <a:pPr algn="l"/>
            <a:r>
              <a:rPr lang="en-GB" sz="1000" b="1">
                <a:solidFill>
                  <a:schemeClr val="bg1"/>
                </a:solidFill>
                <a:latin typeface="Unilever Desire Semi Bold" pitchFamily="2" charset="77"/>
              </a:rPr>
              <a:t>New Formula</a:t>
            </a:r>
          </a:p>
        </p:txBody>
      </p:sp>
      <p:sp>
        <p:nvSpPr>
          <p:cNvPr id="17" name="Content">
            <a:extLst>
              <a:ext uri="{FF2B5EF4-FFF2-40B4-BE49-F238E27FC236}">
                <a16:creationId xmlns:a16="http://schemas.microsoft.com/office/drawing/2014/main" id="{07E97598-8E18-67FA-B4C2-9317A39A896C}"/>
              </a:ext>
            </a:extLst>
          </p:cNvPr>
          <p:cNvSpPr txBox="1">
            <a:spLocks/>
          </p:cNvSpPr>
          <p:nvPr/>
        </p:nvSpPr>
        <p:spPr>
          <a:xfrm>
            <a:off x="6370065" y="4211875"/>
            <a:ext cx="2371724" cy="21317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800">
                <a:latin typeface="Unilever Desire Semi Bold" pitchFamily="2" charset="77"/>
              </a:rPr>
              <a:t>Headline goes here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sz="1000">
                <a:latin typeface="Unilever Desire" pitchFamily="2" charset="77"/>
              </a:rPr>
              <a:t>Lorem ipsum dolor sit amet adipiscing. Cras porttitor dolor mi pharetra magna.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000">
                <a:latin typeface="Unilever Desire" pitchFamily="2" charset="77"/>
              </a:rPr>
              <a:t>Lorem ipsum dolor sit amet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000">
                <a:latin typeface="Unilever Desire" pitchFamily="2" charset="77"/>
              </a:rPr>
              <a:t>Non porttitor dolor non </a:t>
            </a:r>
            <a:br>
              <a:rPr lang="en-GB" sz="1000">
                <a:latin typeface="Unilever Desire" pitchFamily="2" charset="77"/>
              </a:rPr>
            </a:br>
            <a:r>
              <a:rPr lang="en-GB" sz="1000">
                <a:latin typeface="Unilever Desire" pitchFamily="2" charset="77"/>
              </a:rPr>
              <a:t>maximus in pharetra magna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000">
                <a:latin typeface="Unilever Desire" pitchFamily="2" charset="77"/>
              </a:rPr>
              <a:t>Morbi sit vestibulum elit amet</a:t>
            </a:r>
          </a:p>
        </p:txBody>
      </p:sp>
      <p:pic>
        <p:nvPicPr>
          <p:cNvPr id="13" name="Image" descr="A placeholder image of a product that is a white bottle">
            <a:extLst>
              <a:ext uri="{FF2B5EF4-FFF2-40B4-BE49-F238E27FC236}">
                <a16:creationId xmlns:a16="http://schemas.microsoft.com/office/drawing/2014/main" id="{2B7AE453-D8A2-D966-6B44-B53576E7C7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70" t="51842" r="36659" b="10902"/>
          <a:stretch/>
        </p:blipFill>
        <p:spPr>
          <a:xfrm>
            <a:off x="9505850" y="2160815"/>
            <a:ext cx="2265848" cy="1861774"/>
          </a:xfrm>
          <a:prstGeom prst="round2DiagRect">
            <a:avLst>
              <a:gd name="adj1" fmla="val 46227"/>
              <a:gd name="adj2" fmla="val 0"/>
            </a:avLst>
          </a:prstGeom>
        </p:spPr>
      </p:pic>
      <p:sp>
        <p:nvSpPr>
          <p:cNvPr id="18" name="Content">
            <a:extLst>
              <a:ext uri="{FF2B5EF4-FFF2-40B4-BE49-F238E27FC236}">
                <a16:creationId xmlns:a16="http://schemas.microsoft.com/office/drawing/2014/main" id="{5C3BD4DC-4B16-4E4B-904D-4D1BA114DBD2}"/>
              </a:ext>
            </a:extLst>
          </p:cNvPr>
          <p:cNvSpPr txBox="1">
            <a:spLocks/>
          </p:cNvSpPr>
          <p:nvPr/>
        </p:nvSpPr>
        <p:spPr>
          <a:xfrm>
            <a:off x="9409599" y="4211875"/>
            <a:ext cx="2371724" cy="21317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04000" indent="-10800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Char char="–"/>
              <a:tabLst/>
              <a:defRPr sz="14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800">
                <a:latin typeface="Unilever Desire Semi Bold" pitchFamily="2" charset="77"/>
              </a:rPr>
              <a:t>Headline goes here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sz="1000">
                <a:latin typeface="Unilever Desire" pitchFamily="2" charset="77"/>
              </a:rPr>
              <a:t>Lorem ipsum dolor sit amet adipiscing. Cras porttitor dolor mi pharetra magna.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000">
                <a:latin typeface="Unilever Desire" pitchFamily="2" charset="77"/>
              </a:rPr>
              <a:t>Lorem ipsum dolor sit amet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000">
                <a:latin typeface="Unilever Desire" pitchFamily="2" charset="77"/>
              </a:rPr>
              <a:t>Non porttitor dolor non </a:t>
            </a:r>
            <a:br>
              <a:rPr lang="en-GB" sz="1000">
                <a:latin typeface="Unilever Desire" pitchFamily="2" charset="77"/>
              </a:rPr>
            </a:br>
            <a:r>
              <a:rPr lang="en-GB" sz="1000">
                <a:latin typeface="Unilever Desire" pitchFamily="2" charset="77"/>
              </a:rPr>
              <a:t>maximus in pharetra magna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000">
                <a:latin typeface="Unilever Desire" pitchFamily="2" charset="77"/>
              </a:rPr>
              <a:t>Morbi sit vestibulum elit amet</a:t>
            </a:r>
          </a:p>
        </p:txBody>
      </p:sp>
    </p:spTree>
    <p:extLst>
      <p:ext uri="{BB962C8B-B14F-4D97-AF65-F5344CB8AC3E}">
        <p14:creationId xmlns:p14="http://schemas.microsoft.com/office/powerpoint/2010/main" val="1805321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AEDDB-B493-70FB-2558-5043F45F7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8333E992-BDC6-6B26-252E-5AFC3B5F88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308" y="-355434"/>
            <a:ext cx="6097836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Chart page title placeholder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234C94A-548B-8C52-F8CB-6B39D97D4E2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28" name="Section Topic">
            <a:extLst>
              <a:ext uri="{FF2B5EF4-FFF2-40B4-BE49-F238E27FC236}">
                <a16:creationId xmlns:a16="http://schemas.microsoft.com/office/drawing/2014/main" id="{2D40DE4D-0CB5-25BE-AE4A-2230462D57AB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SECTION ▸ CHART</a:t>
            </a:r>
          </a:p>
        </p:txBody>
      </p:sp>
      <p:graphicFrame>
        <p:nvGraphicFramePr>
          <p:cNvPr id="4" name="Table">
            <a:extLst>
              <a:ext uri="{FF2B5EF4-FFF2-40B4-BE49-F238E27FC236}">
                <a16:creationId xmlns:a16="http://schemas.microsoft.com/office/drawing/2014/main" id="{86EABD35-684B-87A4-11ED-AFC46BAAECEF}"/>
              </a:ext>
            </a:extLst>
          </p:cNvPr>
          <p:cNvGraphicFramePr>
            <a:graphicFrameLocks/>
          </p:cNvGraphicFramePr>
          <p:nvPr/>
        </p:nvGraphicFramePr>
        <p:xfrm>
          <a:off x="281433" y="1302718"/>
          <a:ext cx="11410770" cy="481894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31964">
                  <a:extLst>
                    <a:ext uri="{9D8B030D-6E8A-4147-A177-3AD203B41FA5}">
                      <a16:colId xmlns:a16="http://schemas.microsoft.com/office/drawing/2014/main" val="3231705227"/>
                    </a:ext>
                  </a:extLst>
                </a:gridCol>
                <a:gridCol w="2200103">
                  <a:extLst>
                    <a:ext uri="{9D8B030D-6E8A-4147-A177-3AD203B41FA5}">
                      <a16:colId xmlns:a16="http://schemas.microsoft.com/office/drawing/2014/main" val="1622854801"/>
                    </a:ext>
                  </a:extLst>
                </a:gridCol>
                <a:gridCol w="2257003">
                  <a:extLst>
                    <a:ext uri="{9D8B030D-6E8A-4147-A177-3AD203B41FA5}">
                      <a16:colId xmlns:a16="http://schemas.microsoft.com/office/drawing/2014/main" val="2102762913"/>
                    </a:ext>
                  </a:extLst>
                </a:gridCol>
                <a:gridCol w="2297684">
                  <a:extLst>
                    <a:ext uri="{9D8B030D-6E8A-4147-A177-3AD203B41FA5}">
                      <a16:colId xmlns:a16="http://schemas.microsoft.com/office/drawing/2014/main" val="208936830"/>
                    </a:ext>
                  </a:extLst>
                </a:gridCol>
                <a:gridCol w="2341808">
                  <a:extLst>
                    <a:ext uri="{9D8B030D-6E8A-4147-A177-3AD203B41FA5}">
                      <a16:colId xmlns:a16="http://schemas.microsoft.com/office/drawing/2014/main" val="1388781820"/>
                    </a:ext>
                  </a:extLst>
                </a:gridCol>
                <a:gridCol w="882208">
                  <a:extLst>
                    <a:ext uri="{9D8B030D-6E8A-4147-A177-3AD203B41FA5}">
                      <a16:colId xmlns:a16="http://schemas.microsoft.com/office/drawing/2014/main" val="3452338797"/>
                    </a:ext>
                  </a:extLst>
                </a:gridCol>
              </a:tblGrid>
              <a:tr h="703069">
                <a:tc>
                  <a:txBody>
                    <a:bodyPr/>
                    <a:lstStyle/>
                    <a:p>
                      <a:pPr algn="r"/>
                      <a:endParaRPr lang="en-US" sz="1600" b="1" i="0" spc="0" baseline="0">
                        <a:solidFill>
                          <a:schemeClr val="tx1"/>
                        </a:solidFill>
                        <a:latin typeface="Unilever Desire Semi Bold" pitchFamily="2" charset="77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spc="0" baseline="0">
                          <a:solidFill>
                            <a:schemeClr val="tx1"/>
                          </a:solidFill>
                          <a:latin typeface="Unilever Desire Semi Bold" pitchFamily="2" charset="77"/>
                        </a:rPr>
                        <a:t>2024</a:t>
                      </a:r>
                      <a:br>
                        <a:rPr lang="en-US" sz="1200" b="1" i="0" spc="0" baseline="0">
                          <a:solidFill>
                            <a:schemeClr val="tx1"/>
                          </a:solidFill>
                          <a:latin typeface="Unilever Desire Semi Bold" pitchFamily="2" charset="77"/>
                        </a:rPr>
                      </a:br>
                      <a:r>
                        <a:rPr lang="en-US" sz="1200" b="1" i="0" spc="0" baseline="0">
                          <a:solidFill>
                            <a:schemeClr val="tx1"/>
                          </a:solidFill>
                          <a:latin typeface="Unilever Desire Semi Bold" pitchFamily="2" charset="77"/>
                        </a:rPr>
                        <a:t>H2</a:t>
                      </a:r>
                      <a:endParaRPr lang="en-US" sz="1200" b="1" i="0" spc="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kern="1200" spc="0" baseline="0">
                          <a:solidFill>
                            <a:schemeClr val="tx1"/>
                          </a:solidFill>
                          <a:latin typeface="Unilever Desire Semi Bold" pitchFamily="2" charset="77"/>
                          <a:ea typeface="+mn-ea"/>
                          <a:cs typeface="+mn-cs"/>
                        </a:rPr>
                        <a:t>2025</a:t>
                      </a:r>
                      <a:br>
                        <a:rPr lang="en-US" sz="1200" b="1" i="0" spc="0" baseline="0">
                          <a:solidFill>
                            <a:schemeClr val="tx1"/>
                          </a:solidFill>
                          <a:latin typeface="Unilever Desire Semi Bold" pitchFamily="2" charset="77"/>
                        </a:rPr>
                      </a:br>
                      <a:r>
                        <a:rPr lang="en-US" sz="1200" b="1" i="0" spc="0" baseline="0">
                          <a:solidFill>
                            <a:schemeClr val="tx1"/>
                          </a:solidFill>
                          <a:latin typeface="Unilever Desire Semi Bold" pitchFamily="2" charset="77"/>
                        </a:rPr>
                        <a:t>H1</a:t>
                      </a:r>
                      <a:endParaRPr lang="en-US" sz="1200" b="1" i="0" spc="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spc="0" baseline="0">
                          <a:solidFill>
                            <a:schemeClr val="tx1"/>
                          </a:solidFill>
                          <a:latin typeface="Unilever Desire Semi Bold" pitchFamily="2" charset="77"/>
                        </a:rPr>
                        <a:t>2025</a:t>
                      </a:r>
                      <a:br>
                        <a:rPr lang="en-US" sz="1200" b="1" i="0" spc="0" baseline="0">
                          <a:solidFill>
                            <a:schemeClr val="tx1"/>
                          </a:solidFill>
                          <a:latin typeface="Unilever Desire Semi Bold" pitchFamily="2" charset="77"/>
                        </a:rPr>
                      </a:br>
                      <a:r>
                        <a:rPr lang="en-US" sz="1200" b="1" i="0" spc="0" baseline="0">
                          <a:solidFill>
                            <a:schemeClr val="tx1"/>
                          </a:solidFill>
                          <a:latin typeface="Unilever Desire Semi Bold" pitchFamily="2" charset="77"/>
                        </a:rPr>
                        <a:t>H2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kern="1200" spc="0" baseline="0">
                          <a:solidFill>
                            <a:schemeClr val="tx1"/>
                          </a:solidFill>
                          <a:latin typeface="Unilever Desire Semi Bold" pitchFamily="2" charset="77"/>
                          <a:ea typeface="+mn-ea"/>
                          <a:cs typeface="+mn-cs"/>
                        </a:rPr>
                        <a:t>2026</a:t>
                      </a:r>
                      <a:br>
                        <a:rPr lang="en-US" sz="1200" b="1" i="0" spc="0" baseline="0">
                          <a:solidFill>
                            <a:schemeClr val="tx1"/>
                          </a:solidFill>
                          <a:latin typeface="Unilever Desire Semi Bold" pitchFamily="2" charset="77"/>
                        </a:rPr>
                      </a:br>
                      <a:r>
                        <a:rPr lang="en-US" sz="1200" b="1" i="0" spc="0" baseline="0">
                          <a:solidFill>
                            <a:schemeClr val="tx1"/>
                          </a:solidFill>
                          <a:latin typeface="Unilever Desire Semi Bold" pitchFamily="2" charset="77"/>
                        </a:rPr>
                        <a:t>H1</a:t>
                      </a:r>
                      <a:endParaRPr lang="en-US" sz="1200" b="1" i="0" spc="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br>
                        <a:rPr lang="en-US" sz="1200" b="1" i="0" spc="0" baseline="0">
                          <a:latin typeface="Unilever Desire Semi Bold" pitchFamily="2" charset="77"/>
                        </a:rPr>
                      </a:br>
                      <a:r>
                        <a:rPr lang="en-US" sz="1200" b="1" i="0" spc="0" baseline="0">
                          <a:latin typeface="Unilever Desire Semi Bold" pitchFamily="2" charset="77"/>
                        </a:rPr>
                        <a:t>H2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1604"/>
                  </a:ext>
                </a:extLst>
              </a:tr>
              <a:tr h="685980">
                <a:tc>
                  <a:txBody>
                    <a:bodyPr/>
                    <a:lstStyle/>
                    <a:p>
                      <a:pPr algn="r"/>
                      <a:r>
                        <a:rPr lang="en-GB" sz="1300" b="1" i="0" spc="0" baseline="0">
                          <a:solidFill>
                            <a:schemeClr val="accent2"/>
                          </a:solidFill>
                          <a:effectLst/>
                          <a:latin typeface="Unilever Desire Semi Bold" pitchFamily="2" charset="77"/>
                        </a:rPr>
                        <a:t>Beauty &amp; </a:t>
                      </a:r>
                      <a:br>
                        <a:rPr lang="en-GB" sz="1300" b="1" i="0" spc="0" baseline="0">
                          <a:solidFill>
                            <a:schemeClr val="accent2"/>
                          </a:solidFill>
                          <a:effectLst/>
                          <a:latin typeface="Unilever Desire Semi Bold" pitchFamily="2" charset="77"/>
                        </a:rPr>
                      </a:br>
                      <a:r>
                        <a:rPr lang="en-GB" sz="1300" b="1" i="0" spc="0" baseline="0">
                          <a:solidFill>
                            <a:schemeClr val="accent2"/>
                          </a:solidFill>
                          <a:effectLst/>
                          <a:latin typeface="Unilever Desire Semi Bold" pitchFamily="2" charset="77"/>
                        </a:rPr>
                        <a:t>Wellbeing</a:t>
                      </a:r>
                      <a:endParaRPr lang="en-US" sz="1300" b="1" i="0" spc="0" baseline="0">
                        <a:solidFill>
                          <a:schemeClr val="accent2"/>
                        </a:solidFill>
                        <a:latin typeface="Unilever Desire Semi Bold" pitchFamily="2" charset="77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928163"/>
                  </a:ext>
                </a:extLst>
              </a:tr>
              <a:tr h="685980">
                <a:tc>
                  <a:txBody>
                    <a:bodyPr/>
                    <a:lstStyle/>
                    <a:p>
                      <a:pPr algn="r"/>
                      <a:r>
                        <a:rPr lang="en-GB" sz="1300" b="1" i="0" spc="0" baseline="0">
                          <a:solidFill>
                            <a:schemeClr val="accent3"/>
                          </a:solidFill>
                          <a:effectLst/>
                          <a:latin typeface="Unilever Desire Semi Bold" pitchFamily="2" charset="77"/>
                        </a:rPr>
                        <a:t>Personal </a:t>
                      </a:r>
                      <a:br>
                        <a:rPr lang="en-GB" sz="1300" b="1" i="0" spc="0" baseline="0">
                          <a:solidFill>
                            <a:schemeClr val="accent3"/>
                          </a:solidFill>
                          <a:effectLst/>
                          <a:latin typeface="Unilever Desire Semi Bold" pitchFamily="2" charset="77"/>
                        </a:rPr>
                      </a:br>
                      <a:r>
                        <a:rPr lang="en-GB" sz="1300" b="1" i="0" spc="0" baseline="0">
                          <a:solidFill>
                            <a:schemeClr val="accent3"/>
                          </a:solidFill>
                          <a:effectLst/>
                          <a:latin typeface="Unilever Desire Semi Bold" pitchFamily="2" charset="77"/>
                        </a:rPr>
                        <a:t>Care</a:t>
                      </a:r>
                      <a:endParaRPr lang="en-US" sz="1300" b="1" i="0" spc="0" baseline="0">
                        <a:solidFill>
                          <a:schemeClr val="accent3"/>
                        </a:solidFill>
                        <a:latin typeface="Unilever Desire Semi Bold" pitchFamily="2" charset="77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152580"/>
                  </a:ext>
                </a:extLst>
              </a:tr>
              <a:tr h="685980">
                <a:tc>
                  <a:txBody>
                    <a:bodyPr/>
                    <a:lstStyle/>
                    <a:p>
                      <a:pPr algn="r"/>
                      <a:r>
                        <a:rPr lang="en-GB" sz="1300" b="1" i="0" spc="0" baseline="0">
                          <a:solidFill>
                            <a:schemeClr val="accent6"/>
                          </a:solidFill>
                          <a:effectLst/>
                          <a:latin typeface="Unilever Desire Semi Bold" pitchFamily="2" charset="77"/>
                        </a:rPr>
                        <a:t>Ice </a:t>
                      </a:r>
                      <a:br>
                        <a:rPr lang="en-GB" sz="1300" b="1" i="0" spc="0" baseline="0">
                          <a:solidFill>
                            <a:schemeClr val="accent6"/>
                          </a:solidFill>
                          <a:effectLst/>
                          <a:latin typeface="Unilever Desire Semi Bold" pitchFamily="2" charset="77"/>
                        </a:rPr>
                      </a:br>
                      <a:r>
                        <a:rPr lang="en-GB" sz="1300" b="1" i="0" spc="0" baseline="0">
                          <a:solidFill>
                            <a:schemeClr val="accent6"/>
                          </a:solidFill>
                          <a:effectLst/>
                          <a:latin typeface="Unilever Desire Semi Bold" pitchFamily="2" charset="77"/>
                        </a:rPr>
                        <a:t>Cream</a:t>
                      </a:r>
                      <a:endParaRPr lang="en-US" sz="1300" b="1" i="0" spc="0" baseline="0">
                        <a:solidFill>
                          <a:schemeClr val="accent6"/>
                        </a:solidFill>
                        <a:latin typeface="Unilever Desire Semi Bold" pitchFamily="2" charset="77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043262"/>
                  </a:ext>
                </a:extLst>
              </a:tr>
              <a:tr h="685980">
                <a:tc>
                  <a:txBody>
                    <a:bodyPr/>
                    <a:lstStyle/>
                    <a:p>
                      <a:pPr algn="r"/>
                      <a:r>
                        <a:rPr lang="en-GB" sz="1300" b="1" i="0" spc="0" baseline="0">
                          <a:solidFill>
                            <a:schemeClr val="accent4"/>
                          </a:solidFill>
                          <a:effectLst/>
                          <a:latin typeface="Unilever Desire Semi Bold" pitchFamily="2" charset="77"/>
                        </a:rPr>
                        <a:t>Home Care</a:t>
                      </a:r>
                      <a:endParaRPr lang="en-US" sz="1300" b="1" i="0" spc="0" baseline="0">
                        <a:solidFill>
                          <a:schemeClr val="accent4"/>
                        </a:solidFill>
                        <a:latin typeface="Unilever Desire Semi Bold" pitchFamily="2" charset="77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550972"/>
                  </a:ext>
                </a:extLst>
              </a:tr>
              <a:tr h="685980">
                <a:tc>
                  <a:txBody>
                    <a:bodyPr/>
                    <a:lstStyle/>
                    <a:p>
                      <a:pPr algn="r"/>
                      <a:r>
                        <a:rPr lang="en-GB" sz="1300" b="1" i="0" spc="0" baseline="0">
                          <a:solidFill>
                            <a:schemeClr val="accent5"/>
                          </a:solidFill>
                          <a:effectLst/>
                          <a:latin typeface="Unilever Desire Semi Bold" pitchFamily="2" charset="77"/>
                        </a:rPr>
                        <a:t>Food</a:t>
                      </a:r>
                      <a:endParaRPr lang="en-US" sz="1300" b="1" i="0" spc="0" baseline="0">
                        <a:solidFill>
                          <a:schemeClr val="accent5"/>
                        </a:solidFill>
                        <a:latin typeface="Unilever Desire Semi Bold" pitchFamily="2" charset="77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775974"/>
                  </a:ext>
                </a:extLst>
              </a:tr>
              <a:tr h="685980">
                <a:tc>
                  <a:txBody>
                    <a:bodyPr/>
                    <a:lstStyle/>
                    <a:p>
                      <a:pPr algn="r"/>
                      <a:r>
                        <a:rPr lang="en-GB" sz="1300" b="1" i="0" spc="0" baseline="0">
                          <a:effectLst/>
                          <a:latin typeface="Unilever Desire Semi Bold" pitchFamily="2" charset="77"/>
                        </a:rPr>
                        <a:t>1UL</a:t>
                      </a:r>
                      <a:endParaRPr lang="en-US" sz="1300" b="1" i="0" spc="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i="0" spc="40" baseline="0">
                        <a:latin typeface="Unilever Desire Semi Bold" pitchFamily="2" charset="77"/>
                      </a:endParaRP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025649"/>
                  </a:ext>
                </a:extLst>
              </a:tr>
            </a:tbl>
          </a:graphicData>
        </a:graphic>
      </p:graphicFrame>
      <p:sp>
        <p:nvSpPr>
          <p:cNvPr id="5" name="TextBox">
            <a:extLst>
              <a:ext uri="{FF2B5EF4-FFF2-40B4-BE49-F238E27FC236}">
                <a16:creationId xmlns:a16="http://schemas.microsoft.com/office/drawing/2014/main" id="{222D48BB-3F4E-C64D-B8F2-9F4E93DB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890703" y="2161439"/>
            <a:ext cx="7052310" cy="34027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endParaRPr lang="en-US" sz="1100" b="1">
              <a:solidFill>
                <a:schemeClr val="bg1"/>
              </a:solidFill>
              <a:latin typeface="Unilever Desire Semi Bold" pitchFamily="2" charset="77"/>
            </a:endParaRPr>
          </a:p>
        </p:txBody>
      </p:sp>
      <p:sp>
        <p:nvSpPr>
          <p:cNvPr id="6" name="TextBox">
            <a:extLst>
              <a:ext uri="{FF2B5EF4-FFF2-40B4-BE49-F238E27FC236}">
                <a16:creationId xmlns:a16="http://schemas.microsoft.com/office/drawing/2014/main" id="{B0EADD27-2218-B808-0F5B-8DA207D9F1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890703" y="2161439"/>
            <a:ext cx="1908810" cy="34027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Unilever Desire" pitchFamily="2" charset="77"/>
              </a:rPr>
              <a:t>B&amp;W Roll-out</a:t>
            </a:r>
          </a:p>
        </p:txBody>
      </p:sp>
      <p:sp>
        <p:nvSpPr>
          <p:cNvPr id="7" name="Bar">
            <a:extLst>
              <a:ext uri="{FF2B5EF4-FFF2-40B4-BE49-F238E27FC236}">
                <a16:creationId xmlns:a16="http://schemas.microsoft.com/office/drawing/2014/main" id="{3314A0F5-EFFA-2B88-52AE-55F69BDB7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890703" y="2857205"/>
            <a:ext cx="8778240" cy="340270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endParaRPr lang="en-US" sz="1100" b="1">
              <a:solidFill>
                <a:schemeClr val="bg1"/>
              </a:solidFill>
              <a:latin typeface="Unilever Desire Semi Bold" pitchFamily="2" charset="77"/>
            </a:endParaRPr>
          </a:p>
        </p:txBody>
      </p:sp>
      <p:sp>
        <p:nvSpPr>
          <p:cNvPr id="8" name="Bar">
            <a:extLst>
              <a:ext uri="{FF2B5EF4-FFF2-40B4-BE49-F238E27FC236}">
                <a16:creationId xmlns:a16="http://schemas.microsoft.com/office/drawing/2014/main" id="{326F8DBE-FCCD-33C1-3ABC-389315CE9949}"/>
              </a:ext>
            </a:extLst>
          </p:cNvPr>
          <p:cNvSpPr txBox="1"/>
          <p:nvPr/>
        </p:nvSpPr>
        <p:spPr>
          <a:xfrm>
            <a:off x="1890703" y="2857205"/>
            <a:ext cx="1908810" cy="340270"/>
          </a:xfrm>
          <a:prstGeom prst="roundRect">
            <a:avLst>
              <a:gd name="adj" fmla="val 50000"/>
            </a:avLst>
          </a:prstGeom>
          <a:solidFill>
            <a:srgbClr val="E13491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Unilever Desire" pitchFamily="2" charset="77"/>
              </a:rPr>
              <a:t>PC UK</a:t>
            </a:r>
          </a:p>
        </p:txBody>
      </p:sp>
      <p:sp>
        <p:nvSpPr>
          <p:cNvPr id="20" name="TextBox">
            <a:extLst>
              <a:ext uri="{FF2B5EF4-FFF2-40B4-BE49-F238E27FC236}">
                <a16:creationId xmlns:a16="http://schemas.microsoft.com/office/drawing/2014/main" id="{7158CCDA-5050-DE25-8D2C-D802440BFC46}"/>
              </a:ext>
            </a:extLst>
          </p:cNvPr>
          <p:cNvSpPr txBox="1"/>
          <p:nvPr/>
        </p:nvSpPr>
        <p:spPr>
          <a:xfrm>
            <a:off x="5382238" y="2857205"/>
            <a:ext cx="3790930" cy="340270"/>
          </a:xfrm>
          <a:prstGeom prst="roundRect">
            <a:avLst>
              <a:gd name="adj" fmla="val 50000"/>
            </a:avLst>
          </a:prstGeom>
          <a:solidFill>
            <a:srgbClr val="E13591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Unilever Desire" pitchFamily="2" charset="77"/>
              </a:rPr>
              <a:t>Across BG (China Focus / Mid)</a:t>
            </a:r>
          </a:p>
        </p:txBody>
      </p:sp>
      <p:sp>
        <p:nvSpPr>
          <p:cNvPr id="9" name="Bar">
            <a:extLst>
              <a:ext uri="{FF2B5EF4-FFF2-40B4-BE49-F238E27FC236}">
                <a16:creationId xmlns:a16="http://schemas.microsoft.com/office/drawing/2014/main" id="{401BF119-70EB-543E-6089-E1AC078D9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890703" y="3539567"/>
            <a:ext cx="7040880" cy="34027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endParaRPr lang="en-US" sz="1100" b="1">
              <a:solidFill>
                <a:schemeClr val="bg1"/>
              </a:solidFill>
              <a:latin typeface="Unilever Desire Semi Bold" pitchFamily="2" charset="77"/>
            </a:endParaRPr>
          </a:p>
        </p:txBody>
      </p:sp>
      <p:sp>
        <p:nvSpPr>
          <p:cNvPr id="10" name="TextBox">
            <a:extLst>
              <a:ext uri="{FF2B5EF4-FFF2-40B4-BE49-F238E27FC236}">
                <a16:creationId xmlns:a16="http://schemas.microsoft.com/office/drawing/2014/main" id="{B903EDC0-CF07-6019-CBB0-3D1101A0D3A2}"/>
              </a:ext>
            </a:extLst>
          </p:cNvPr>
          <p:cNvSpPr txBox="1"/>
          <p:nvPr/>
        </p:nvSpPr>
        <p:spPr>
          <a:xfrm>
            <a:off x="3235753" y="3539567"/>
            <a:ext cx="1908810" cy="340270"/>
          </a:xfrm>
          <a:prstGeom prst="roundRect">
            <a:avLst>
              <a:gd name="adj" fmla="val 50000"/>
            </a:avLst>
          </a:prstGeom>
          <a:solidFill>
            <a:srgbClr val="DA5700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Unilever Desire" pitchFamily="2" charset="77"/>
              </a:rPr>
              <a:t>Ice Cream UK</a:t>
            </a:r>
          </a:p>
        </p:txBody>
      </p:sp>
      <p:sp>
        <p:nvSpPr>
          <p:cNvPr id="17" name="Bar">
            <a:extLst>
              <a:ext uri="{FF2B5EF4-FFF2-40B4-BE49-F238E27FC236}">
                <a16:creationId xmlns:a16="http://schemas.microsoft.com/office/drawing/2014/main" id="{02824F7D-218F-EDED-B1E2-05A9D9E5F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096694" y="4225359"/>
            <a:ext cx="7223760" cy="34027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endParaRPr lang="en-US" sz="1100" b="1">
              <a:solidFill>
                <a:schemeClr val="bg1"/>
              </a:solidFill>
              <a:latin typeface="Unilever Desire Semi Bold" pitchFamily="2" charset="77"/>
            </a:endParaRPr>
          </a:p>
        </p:txBody>
      </p:sp>
      <p:sp>
        <p:nvSpPr>
          <p:cNvPr id="18" name="TextBox">
            <a:extLst>
              <a:ext uri="{FF2B5EF4-FFF2-40B4-BE49-F238E27FC236}">
                <a16:creationId xmlns:a16="http://schemas.microsoft.com/office/drawing/2014/main" id="{ECF5EB22-DB33-216D-EFBE-3A8D0DD59ECF}"/>
              </a:ext>
            </a:extLst>
          </p:cNvPr>
          <p:cNvSpPr txBox="1"/>
          <p:nvPr/>
        </p:nvSpPr>
        <p:spPr>
          <a:xfrm>
            <a:off x="4096694" y="4225359"/>
            <a:ext cx="1908810" cy="34027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Unilever Desire" pitchFamily="2" charset="77"/>
              </a:rPr>
              <a:t>US, India, Brazil</a:t>
            </a:r>
          </a:p>
        </p:txBody>
      </p:sp>
      <p:sp>
        <p:nvSpPr>
          <p:cNvPr id="19" name="TextBox">
            <a:extLst>
              <a:ext uri="{FF2B5EF4-FFF2-40B4-BE49-F238E27FC236}">
                <a16:creationId xmlns:a16="http://schemas.microsoft.com/office/drawing/2014/main" id="{14D84A49-6544-9085-5271-A0CE6D988554}"/>
              </a:ext>
            </a:extLst>
          </p:cNvPr>
          <p:cNvSpPr txBox="1"/>
          <p:nvPr/>
        </p:nvSpPr>
        <p:spPr>
          <a:xfrm>
            <a:off x="7356898" y="4225359"/>
            <a:ext cx="3552076" cy="34027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Unilever Desire" pitchFamily="2" charset="77"/>
              </a:rPr>
              <a:t>China, UK, Mexico, Indonesia, Thailand</a:t>
            </a:r>
          </a:p>
        </p:txBody>
      </p:sp>
      <p:sp>
        <p:nvSpPr>
          <p:cNvPr id="11" name="Bar">
            <a:extLst>
              <a:ext uri="{FF2B5EF4-FFF2-40B4-BE49-F238E27FC236}">
                <a16:creationId xmlns:a16="http://schemas.microsoft.com/office/drawing/2014/main" id="{C6653CD4-CB33-59E8-DA0F-6BB540704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096694" y="4911150"/>
            <a:ext cx="7223760" cy="34027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endParaRPr lang="en-US" sz="1100" b="1">
              <a:solidFill>
                <a:schemeClr val="bg1"/>
              </a:solidFill>
              <a:latin typeface="Unilever Desire Semi Bold" pitchFamily="2" charset="77"/>
            </a:endParaRPr>
          </a:p>
        </p:txBody>
      </p:sp>
      <p:sp>
        <p:nvSpPr>
          <p:cNvPr id="12" name="TextBox">
            <a:extLst>
              <a:ext uri="{FF2B5EF4-FFF2-40B4-BE49-F238E27FC236}">
                <a16:creationId xmlns:a16="http://schemas.microsoft.com/office/drawing/2014/main" id="{6E9BECD3-CC36-08D2-DC2B-66EBDE75A948}"/>
              </a:ext>
            </a:extLst>
          </p:cNvPr>
          <p:cNvSpPr txBox="1"/>
          <p:nvPr/>
        </p:nvSpPr>
        <p:spPr>
          <a:xfrm>
            <a:off x="4096694" y="4911150"/>
            <a:ext cx="1908810" cy="34027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Unilever Desire" pitchFamily="2" charset="77"/>
              </a:rPr>
              <a:t>US, India, Brazil</a:t>
            </a:r>
          </a:p>
        </p:txBody>
      </p:sp>
      <p:sp>
        <p:nvSpPr>
          <p:cNvPr id="16" name="TextBox">
            <a:extLst>
              <a:ext uri="{FF2B5EF4-FFF2-40B4-BE49-F238E27FC236}">
                <a16:creationId xmlns:a16="http://schemas.microsoft.com/office/drawing/2014/main" id="{7518A06A-2EA6-AD09-3645-EE5D81085466}"/>
              </a:ext>
            </a:extLst>
          </p:cNvPr>
          <p:cNvSpPr txBox="1"/>
          <p:nvPr/>
        </p:nvSpPr>
        <p:spPr>
          <a:xfrm>
            <a:off x="7356898" y="4911150"/>
            <a:ext cx="3552076" cy="340270"/>
          </a:xfrm>
          <a:prstGeom prst="roundRect">
            <a:avLst>
              <a:gd name="adj" fmla="val 50000"/>
            </a:avLst>
          </a:prstGeom>
          <a:solidFill>
            <a:srgbClr val="2B911C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Unilever Desire" pitchFamily="2" charset="77"/>
              </a:rPr>
              <a:t>China, UK, Mexico, Indonesia, Thailand</a:t>
            </a:r>
          </a:p>
        </p:txBody>
      </p:sp>
      <p:sp>
        <p:nvSpPr>
          <p:cNvPr id="13" name="Bar">
            <a:extLst>
              <a:ext uri="{FF2B5EF4-FFF2-40B4-BE49-F238E27FC236}">
                <a16:creationId xmlns:a16="http://schemas.microsoft.com/office/drawing/2014/main" id="{6D75FB9D-D53B-AD78-419D-C34D1DEB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890703" y="5593509"/>
            <a:ext cx="9509760" cy="34027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endParaRPr lang="en-US" sz="1100" b="1">
              <a:solidFill>
                <a:schemeClr val="bg1"/>
              </a:solidFill>
              <a:latin typeface="Unilever Desire Semi Bold" pitchFamily="2" charset="77"/>
            </a:endParaRPr>
          </a:p>
        </p:txBody>
      </p:sp>
      <p:sp>
        <p:nvSpPr>
          <p:cNvPr id="14" name="TextBox">
            <a:extLst>
              <a:ext uri="{FF2B5EF4-FFF2-40B4-BE49-F238E27FC236}">
                <a16:creationId xmlns:a16="http://schemas.microsoft.com/office/drawing/2014/main" id="{810524D5-A768-06B2-5822-E892E5A0E01A}"/>
              </a:ext>
            </a:extLst>
          </p:cNvPr>
          <p:cNvSpPr txBox="1"/>
          <p:nvPr/>
        </p:nvSpPr>
        <p:spPr>
          <a:xfrm>
            <a:off x="1890703" y="5593509"/>
            <a:ext cx="1908810" cy="34027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Unilever Desire" pitchFamily="2" charset="77"/>
              </a:rPr>
              <a:t>Africa</a:t>
            </a:r>
          </a:p>
        </p:txBody>
      </p:sp>
      <p:sp>
        <p:nvSpPr>
          <p:cNvPr id="15" name="TextBox">
            <a:extLst>
              <a:ext uri="{FF2B5EF4-FFF2-40B4-BE49-F238E27FC236}">
                <a16:creationId xmlns:a16="http://schemas.microsoft.com/office/drawing/2014/main" id="{3FEB7FE8-C092-920D-10C4-C3F61997A96C}"/>
              </a:ext>
            </a:extLst>
          </p:cNvPr>
          <p:cNvSpPr txBox="1"/>
          <p:nvPr/>
        </p:nvSpPr>
        <p:spPr>
          <a:xfrm>
            <a:off x="8687626" y="5593509"/>
            <a:ext cx="1908810" cy="34027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Unilever Desire" pitchFamily="2" charset="77"/>
              </a:rPr>
              <a:t>ROW Roll-out</a:t>
            </a:r>
          </a:p>
        </p:txBody>
      </p:sp>
    </p:spTree>
    <p:extLst>
      <p:ext uri="{BB962C8B-B14F-4D97-AF65-F5344CB8AC3E}">
        <p14:creationId xmlns:p14="http://schemas.microsoft.com/office/powerpoint/2010/main" val="2073076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D680C-6A91-0668-E0B7-D594E04C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">
            <a:extLst>
              <a:ext uri="{FF2B5EF4-FFF2-40B4-BE49-F238E27FC236}">
                <a16:creationId xmlns:a16="http://schemas.microsoft.com/office/drawing/2014/main" id="{4CD85550-3B48-DA39-D2C0-96D7DB70A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1227138"/>
            <a:ext cx="5168900" cy="132715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440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Engaging page title goes here</a:t>
            </a:r>
          </a:p>
        </p:txBody>
      </p:sp>
      <p:sp>
        <p:nvSpPr>
          <p:cNvPr id="12" name="Body Copy">
            <a:extLst>
              <a:ext uri="{FF2B5EF4-FFF2-40B4-BE49-F238E27FC236}">
                <a16:creationId xmlns:a16="http://schemas.microsoft.com/office/drawing/2014/main" id="{27802982-BCB3-5067-FB3A-1CCA8561D29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Autofit/>
          </a:bodyPr>
          <a:lstStyle/>
          <a:p>
            <a:r>
              <a:rPr lang="en-GB"/>
              <a:t>Lorem ipsum dolor sit amet consectetur adipiscing elit. </a:t>
            </a:r>
            <a:br>
              <a:rPr lang="en-GB"/>
            </a:br>
            <a:r>
              <a:rPr lang="en-GB"/>
              <a:t>Cras porttitor dolor mi non auctor maximus pharetra magna. Morbi sit amet vestibulum amet.</a:t>
            </a:r>
          </a:p>
          <a:p>
            <a:r>
              <a:rPr lang="en-GB"/>
              <a:t>Cras porttitor dolor mi non auctor maximus pharetra magna. Morbi sit amet lorem vestibulum in elit amet. </a:t>
            </a:r>
            <a:br>
              <a:rPr lang="en-GB"/>
            </a:br>
            <a:r>
              <a:rPr lang="en-GB"/>
              <a:t>Lorem ipsum dolor amet consectetur adipiscing elit.</a:t>
            </a:r>
          </a:p>
          <a:p>
            <a:r>
              <a:rPr lang="en-GB"/>
              <a:t>Dolor lorem dolor sit amet consectetur adipiscing elit. </a:t>
            </a:r>
            <a:br>
              <a:rPr lang="en-GB"/>
            </a:br>
            <a:r>
              <a:rPr lang="en-GB"/>
              <a:t>Cras porttitor dolor mi non auctor maximus pharetra magna. Morbi sit amet vestibulum amet.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66E84078-0BEA-113E-3320-AA2814A131B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27" name="Section Topic">
            <a:extLst>
              <a:ext uri="{FF2B5EF4-FFF2-40B4-BE49-F238E27FC236}">
                <a16:creationId xmlns:a16="http://schemas.microsoft.com/office/drawing/2014/main" id="{C9585968-5840-0E0E-573B-A0695DAB0556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SECTION ▸ PIE CHART</a:t>
            </a:r>
          </a:p>
        </p:txBody>
      </p:sp>
      <p:graphicFrame>
        <p:nvGraphicFramePr>
          <p:cNvPr id="16" name="Chart" descr="A pie-chart showing various segments &amp; values. 1st Quarter 58%, 2nd Quarter 23%, 3rd Quarter 10% 4th Quarter 9%">
            <a:extLst>
              <a:ext uri="{FF2B5EF4-FFF2-40B4-BE49-F238E27FC236}">
                <a16:creationId xmlns:a16="http://schemas.microsoft.com/office/drawing/2014/main" id="{1EFC9E0E-EE11-9B26-8DFD-DC8CB4A5E36B}"/>
              </a:ext>
            </a:extLst>
          </p:cNvPr>
          <p:cNvGraphicFramePr>
            <a:graphicFrameLocks/>
          </p:cNvGraphicFramePr>
          <p:nvPr/>
        </p:nvGraphicFramePr>
        <p:xfrm>
          <a:off x="5806282" y="1496194"/>
          <a:ext cx="5421312" cy="4581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86217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64AB-D3B3-8FE6-705A-7A10F4069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>
            <a:extLst>
              <a:ext uri="{FF2B5EF4-FFF2-40B4-BE49-F238E27FC236}">
                <a16:creationId xmlns:a16="http://schemas.microsoft.com/office/drawing/2014/main" id="{D8F200AF-0863-81D8-5432-A1E09F9DE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1014413"/>
            <a:ext cx="10231437" cy="81438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440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Engaging page title goes here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37085451-33F1-DE5F-85D9-9CB8819E4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3" name="Section Topic">
            <a:extLst>
              <a:ext uri="{FF2B5EF4-FFF2-40B4-BE49-F238E27FC236}">
                <a16:creationId xmlns:a16="http://schemas.microsoft.com/office/drawing/2014/main" id="{18B6EDA3-D659-EBAE-4769-809CFFB9A737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SECTION ▸ BAR CHART</a:t>
            </a:r>
          </a:p>
        </p:txBody>
      </p:sp>
      <p:graphicFrame>
        <p:nvGraphicFramePr>
          <p:cNvPr id="5" name="Chart" descr="A line graph with an X &amp; Y axis showing example ranges across different categories">
            <a:extLst>
              <a:ext uri="{FF2B5EF4-FFF2-40B4-BE49-F238E27FC236}">
                <a16:creationId xmlns:a16="http://schemas.microsoft.com/office/drawing/2014/main" id="{A9C6A886-C47D-0728-7419-1C22FD15E3B5}"/>
              </a:ext>
            </a:extLst>
          </p:cNvPr>
          <p:cNvGraphicFramePr>
            <a:graphicFrameLocks/>
          </p:cNvGraphicFramePr>
          <p:nvPr/>
        </p:nvGraphicFramePr>
        <p:xfrm>
          <a:off x="371473" y="1934408"/>
          <a:ext cx="11246219" cy="43701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36212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780A8-2C37-6926-4FFE-412411563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76B5A30-FC1A-2907-9C56-86A7E177D1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926" y="-443802"/>
            <a:ext cx="6097836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b="0" kern="1200">
                <a:solidFill>
                  <a:schemeClr val="tx1"/>
                </a:solidFill>
                <a:latin typeface="+mn-lt"/>
              </a:rPr>
              <a:t>Toolkit: Design Elements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19AD3F6-211A-B8EE-AAF9-9FC2EF2FA45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161" name="Section Topic">
            <a:extLst>
              <a:ext uri="{FF2B5EF4-FFF2-40B4-BE49-F238E27FC236}">
                <a16:creationId xmlns:a16="http://schemas.microsoft.com/office/drawing/2014/main" id="{203F7118-E8A7-06F1-134B-031EFCC6C492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TOOLKIT ▸ DESIGN ELEMENTS</a:t>
            </a:r>
          </a:p>
        </p:txBody>
      </p:sp>
      <p:sp>
        <p:nvSpPr>
          <p:cNvPr id="30" name="Header: Buttons">
            <a:extLst>
              <a:ext uri="{FF2B5EF4-FFF2-40B4-BE49-F238E27FC236}">
                <a16:creationId xmlns:a16="http://schemas.microsoft.com/office/drawing/2014/main" id="{0F4E5EDB-50D9-2F50-BFE8-DD036ED638D8}"/>
              </a:ext>
            </a:extLst>
          </p:cNvPr>
          <p:cNvSpPr txBox="1">
            <a:spLocks/>
          </p:cNvSpPr>
          <p:nvPr/>
        </p:nvSpPr>
        <p:spPr>
          <a:xfrm>
            <a:off x="365377" y="1146521"/>
            <a:ext cx="1692672" cy="25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lang="en-GB" sz="1150" b="1" i="0" kern="800" spc="5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None/>
              <a:tabLst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spc="0">
                <a:latin typeface="Unilever Desire" pitchFamily="2" charset="77"/>
              </a:rPr>
              <a:t>BUTTONS</a:t>
            </a:r>
          </a:p>
        </p:txBody>
      </p:sp>
      <p:sp>
        <p:nvSpPr>
          <p:cNvPr id="5" name="Highlight Points">
            <a:extLst>
              <a:ext uri="{FF2B5EF4-FFF2-40B4-BE49-F238E27FC236}">
                <a16:creationId xmlns:a16="http://schemas.microsoft.com/office/drawing/2014/main" id="{A70ABB12-86B8-133D-FB03-D97A54032267}"/>
              </a:ext>
            </a:extLst>
          </p:cNvPr>
          <p:cNvSpPr/>
          <p:nvPr/>
        </p:nvSpPr>
        <p:spPr>
          <a:xfrm rot="5400000">
            <a:off x="1049516" y="898114"/>
            <a:ext cx="313004" cy="162524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12186" cap="flat">
            <a:solidFill>
              <a:schemeClr val="accent2"/>
            </a:solidFill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accent2"/>
                </a:solidFill>
                <a:latin typeface="Unilever Desire Semi Bold" pitchFamily="2" charset="77"/>
              </a:rPr>
              <a:t>Beauty &amp; Wellbeing</a:t>
            </a:r>
          </a:p>
        </p:txBody>
      </p:sp>
      <p:sp>
        <p:nvSpPr>
          <p:cNvPr id="4" name="Highlight Points">
            <a:extLst>
              <a:ext uri="{FF2B5EF4-FFF2-40B4-BE49-F238E27FC236}">
                <a16:creationId xmlns:a16="http://schemas.microsoft.com/office/drawing/2014/main" id="{1A717F65-964C-D6CC-DC1C-9AFC33F9C2BF}"/>
              </a:ext>
            </a:extLst>
          </p:cNvPr>
          <p:cNvSpPr/>
          <p:nvPr/>
        </p:nvSpPr>
        <p:spPr>
          <a:xfrm rot="5400000">
            <a:off x="1049515" y="1325964"/>
            <a:ext cx="313004" cy="16252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 w="12186" cap="flat">
            <a:noFill/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bg1"/>
                </a:solidFill>
                <a:latin typeface="Unilever Desire Semi Bold" pitchFamily="2" charset="77"/>
              </a:rPr>
              <a:t>Beauty &amp; Wellbeing</a:t>
            </a:r>
          </a:p>
        </p:txBody>
      </p:sp>
      <p:sp>
        <p:nvSpPr>
          <p:cNvPr id="12" name="Highlight Points">
            <a:extLst>
              <a:ext uri="{FF2B5EF4-FFF2-40B4-BE49-F238E27FC236}">
                <a16:creationId xmlns:a16="http://schemas.microsoft.com/office/drawing/2014/main" id="{13AC6968-6F86-FE34-BAF7-A9337850E7A0}"/>
              </a:ext>
            </a:extLst>
          </p:cNvPr>
          <p:cNvSpPr/>
          <p:nvPr/>
        </p:nvSpPr>
        <p:spPr>
          <a:xfrm rot="5400000">
            <a:off x="857010" y="2091646"/>
            <a:ext cx="313004" cy="124023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12186" cap="flat">
            <a:solidFill>
              <a:schemeClr val="accent3"/>
            </a:solidFill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accent3"/>
                </a:solidFill>
                <a:latin typeface="Unilever Desire Semi Bold" pitchFamily="2" charset="77"/>
              </a:rPr>
              <a:t>Personal Care</a:t>
            </a:r>
          </a:p>
        </p:txBody>
      </p:sp>
      <p:sp>
        <p:nvSpPr>
          <p:cNvPr id="11" name="Highlight Points">
            <a:extLst>
              <a:ext uri="{FF2B5EF4-FFF2-40B4-BE49-F238E27FC236}">
                <a16:creationId xmlns:a16="http://schemas.microsoft.com/office/drawing/2014/main" id="{957AD08F-8943-E49C-7315-AF5B237067B6}"/>
              </a:ext>
            </a:extLst>
          </p:cNvPr>
          <p:cNvSpPr/>
          <p:nvPr/>
        </p:nvSpPr>
        <p:spPr>
          <a:xfrm rot="5400000">
            <a:off x="857011" y="2519500"/>
            <a:ext cx="313006" cy="12402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 w="12186" cap="flat">
            <a:noFill/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bg1"/>
                </a:solidFill>
                <a:latin typeface="Unilever Desire Semi Bold" pitchFamily="2" charset="77"/>
              </a:rPr>
              <a:t>Personal Care</a:t>
            </a:r>
          </a:p>
        </p:txBody>
      </p:sp>
      <p:sp>
        <p:nvSpPr>
          <p:cNvPr id="14" name="Highlight Points">
            <a:extLst>
              <a:ext uri="{FF2B5EF4-FFF2-40B4-BE49-F238E27FC236}">
                <a16:creationId xmlns:a16="http://schemas.microsoft.com/office/drawing/2014/main" id="{52367E15-BF7F-4D07-27A0-90C5B2A5FCD1}"/>
              </a:ext>
            </a:extLst>
          </p:cNvPr>
          <p:cNvSpPr/>
          <p:nvPr/>
        </p:nvSpPr>
        <p:spPr>
          <a:xfrm rot="5400000">
            <a:off x="770383" y="3179300"/>
            <a:ext cx="313004" cy="106697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12186" cap="flat">
            <a:solidFill>
              <a:schemeClr val="accent4"/>
            </a:solidFill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accent4"/>
                </a:solidFill>
                <a:latin typeface="Unilever Desire Semi Bold" pitchFamily="2" charset="77"/>
              </a:rPr>
              <a:t>Home Care</a:t>
            </a:r>
          </a:p>
        </p:txBody>
      </p:sp>
      <p:sp>
        <p:nvSpPr>
          <p:cNvPr id="13" name="Highlight Points">
            <a:extLst>
              <a:ext uri="{FF2B5EF4-FFF2-40B4-BE49-F238E27FC236}">
                <a16:creationId xmlns:a16="http://schemas.microsoft.com/office/drawing/2014/main" id="{BCDAD20D-A50E-A167-10C9-843B4B2C3567}"/>
              </a:ext>
            </a:extLst>
          </p:cNvPr>
          <p:cNvSpPr/>
          <p:nvPr/>
        </p:nvSpPr>
        <p:spPr>
          <a:xfrm rot="5400000">
            <a:off x="770384" y="3607154"/>
            <a:ext cx="313006" cy="106697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 w="12186" cap="flat">
            <a:noFill/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bg1"/>
                </a:solidFill>
                <a:latin typeface="Unilever Desire Semi Bold" pitchFamily="2" charset="77"/>
              </a:rPr>
              <a:t>Home Care</a:t>
            </a:r>
          </a:p>
        </p:txBody>
      </p:sp>
      <p:sp>
        <p:nvSpPr>
          <p:cNvPr id="16" name="Highlight Points">
            <a:extLst>
              <a:ext uri="{FF2B5EF4-FFF2-40B4-BE49-F238E27FC236}">
                <a16:creationId xmlns:a16="http://schemas.microsoft.com/office/drawing/2014/main" id="{635D4EC2-50EB-B7F2-CD30-20B9512771CE}"/>
              </a:ext>
            </a:extLst>
          </p:cNvPr>
          <p:cNvSpPr/>
          <p:nvPr/>
        </p:nvSpPr>
        <p:spPr>
          <a:xfrm rot="5400000">
            <a:off x="577878" y="4372837"/>
            <a:ext cx="313006" cy="68196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12186" cap="flat">
            <a:solidFill>
              <a:schemeClr val="accent5"/>
            </a:solidFill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accent5"/>
                </a:solidFill>
                <a:latin typeface="Unilever Desire Semi Bold" pitchFamily="2" charset="77"/>
              </a:rPr>
              <a:t>Food</a:t>
            </a:r>
          </a:p>
        </p:txBody>
      </p:sp>
      <p:sp>
        <p:nvSpPr>
          <p:cNvPr id="15" name="Highlight Points">
            <a:extLst>
              <a:ext uri="{FF2B5EF4-FFF2-40B4-BE49-F238E27FC236}">
                <a16:creationId xmlns:a16="http://schemas.microsoft.com/office/drawing/2014/main" id="{7CE94960-19DF-73EF-594D-1508ABBF1C6E}"/>
              </a:ext>
            </a:extLst>
          </p:cNvPr>
          <p:cNvSpPr/>
          <p:nvPr/>
        </p:nvSpPr>
        <p:spPr>
          <a:xfrm rot="5400000">
            <a:off x="577878" y="4800689"/>
            <a:ext cx="313006" cy="68196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 w="12186" cap="flat">
            <a:noFill/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bg1"/>
                </a:solidFill>
                <a:latin typeface="Unilever Desire Semi Bold" pitchFamily="2" charset="77"/>
              </a:rPr>
              <a:t>Food</a:t>
            </a:r>
          </a:p>
        </p:txBody>
      </p:sp>
      <p:sp>
        <p:nvSpPr>
          <p:cNvPr id="18" name="Highlight Points">
            <a:extLst>
              <a:ext uri="{FF2B5EF4-FFF2-40B4-BE49-F238E27FC236}">
                <a16:creationId xmlns:a16="http://schemas.microsoft.com/office/drawing/2014/main" id="{0A31920D-9292-C97A-AFCD-38E784953411}"/>
              </a:ext>
            </a:extLst>
          </p:cNvPr>
          <p:cNvSpPr/>
          <p:nvPr/>
        </p:nvSpPr>
        <p:spPr>
          <a:xfrm rot="5400000">
            <a:off x="736695" y="5215048"/>
            <a:ext cx="313006" cy="9996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12186" cap="flat">
            <a:solidFill>
              <a:schemeClr val="accent6"/>
            </a:solidFill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accent6"/>
                </a:solidFill>
                <a:latin typeface="Unilever Desire Semi Bold" pitchFamily="2" charset="77"/>
              </a:rPr>
              <a:t>Ice Cream</a:t>
            </a:r>
          </a:p>
        </p:txBody>
      </p:sp>
      <p:sp>
        <p:nvSpPr>
          <p:cNvPr id="17" name="Highlight Points">
            <a:extLst>
              <a:ext uri="{FF2B5EF4-FFF2-40B4-BE49-F238E27FC236}">
                <a16:creationId xmlns:a16="http://schemas.microsoft.com/office/drawing/2014/main" id="{C26D52F9-9A02-CBD0-0CD2-1BFE9F78CE7C}"/>
              </a:ext>
            </a:extLst>
          </p:cNvPr>
          <p:cNvSpPr/>
          <p:nvPr/>
        </p:nvSpPr>
        <p:spPr>
          <a:xfrm rot="5400000">
            <a:off x="736695" y="5642897"/>
            <a:ext cx="313004" cy="99960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A5700"/>
          </a:solidFill>
          <a:ln w="12186" cap="flat">
            <a:noFill/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bg1"/>
                </a:solidFill>
                <a:latin typeface="Unilever Desire Semi Bold" pitchFamily="2" charset="77"/>
              </a:rPr>
              <a:t>Ice Cream</a:t>
            </a:r>
          </a:p>
        </p:txBody>
      </p:sp>
      <p:sp>
        <p:nvSpPr>
          <p:cNvPr id="31" name="Header: Logos">
            <a:extLst>
              <a:ext uri="{FF2B5EF4-FFF2-40B4-BE49-F238E27FC236}">
                <a16:creationId xmlns:a16="http://schemas.microsoft.com/office/drawing/2014/main" id="{1DCEB9F6-E457-0422-CDF9-296FAF876860}"/>
              </a:ext>
            </a:extLst>
          </p:cNvPr>
          <p:cNvSpPr txBox="1">
            <a:spLocks/>
          </p:cNvSpPr>
          <p:nvPr/>
        </p:nvSpPr>
        <p:spPr>
          <a:xfrm>
            <a:off x="2761736" y="1146521"/>
            <a:ext cx="1692672" cy="25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lang="en-GB" sz="1150" b="1" i="0" kern="800" spc="5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None/>
              <a:tabLst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spc="0">
                <a:latin typeface="Unilever Desire" pitchFamily="2" charset="77"/>
              </a:rPr>
              <a:t>LOGOS</a:t>
            </a:r>
          </a:p>
        </p:txBody>
      </p:sp>
      <p:sp>
        <p:nvSpPr>
          <p:cNvPr id="7" name="U Logo: Fill" descr="A blue U icon">
            <a:extLst>
              <a:ext uri="{FF2B5EF4-FFF2-40B4-BE49-F238E27FC236}">
                <a16:creationId xmlns:a16="http://schemas.microsoft.com/office/drawing/2014/main" id="{5A2BB786-D6DF-A6D6-5BD7-2FFDE1A9ABE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21371" y="1557419"/>
            <a:ext cx="658412" cy="691066"/>
          </a:xfrm>
          <a:custGeom>
            <a:avLst/>
            <a:gdLst>
              <a:gd name="connsiteX0" fmla="*/ 0 w 3830698"/>
              <a:gd name="connsiteY0" fmla="*/ 8557 h 4020676"/>
              <a:gd name="connsiteX1" fmla="*/ 7616 w 3830698"/>
              <a:gd name="connsiteY1" fmla="*/ 2309346 h 4020676"/>
              <a:gd name="connsiteX2" fmla="*/ 1909637 w 3830698"/>
              <a:gd name="connsiteY2" fmla="*/ 4020677 h 4020676"/>
              <a:gd name="connsiteX3" fmla="*/ 3830698 w 3830698"/>
              <a:gd name="connsiteY3" fmla="*/ 2296986 h 4020676"/>
              <a:gd name="connsiteX4" fmla="*/ 3823083 w 3830698"/>
              <a:gd name="connsiteY4" fmla="*/ 0 h 4020676"/>
              <a:gd name="connsiteX5" fmla="*/ 2236161 w 3830698"/>
              <a:gd name="connsiteY5" fmla="*/ 0 h 4020676"/>
              <a:gd name="connsiteX6" fmla="*/ 2236161 w 3830698"/>
              <a:gd name="connsiteY6" fmla="*/ 2307445 h 4020676"/>
              <a:gd name="connsiteX7" fmla="*/ 1906782 w 3830698"/>
              <a:gd name="connsiteY7" fmla="*/ 2619287 h 4020676"/>
              <a:gd name="connsiteX8" fmla="*/ 1586922 w 3830698"/>
              <a:gd name="connsiteY8" fmla="*/ 2311247 h 4020676"/>
              <a:gd name="connsiteX9" fmla="*/ 1586922 w 3830698"/>
              <a:gd name="connsiteY9" fmla="*/ 5704 h 4020676"/>
              <a:gd name="connsiteX10" fmla="*/ 952 w 3830698"/>
              <a:gd name="connsiteY10" fmla="*/ 7606 h 4020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30698" h="4020676">
                <a:moveTo>
                  <a:pt x="0" y="8557"/>
                </a:moveTo>
                <a:lnTo>
                  <a:pt x="7616" y="2309346"/>
                </a:lnTo>
                <a:cubicBezTo>
                  <a:pt x="7616" y="2309346"/>
                  <a:pt x="10472" y="4020677"/>
                  <a:pt x="1909637" y="4020677"/>
                </a:cubicBezTo>
                <a:cubicBezTo>
                  <a:pt x="3808803" y="4020677"/>
                  <a:pt x="3830698" y="2296986"/>
                  <a:pt x="3830698" y="2296986"/>
                </a:cubicBezTo>
                <a:lnTo>
                  <a:pt x="3823083" y="0"/>
                </a:lnTo>
                <a:lnTo>
                  <a:pt x="2236161" y="0"/>
                </a:lnTo>
                <a:lnTo>
                  <a:pt x="2236161" y="2307445"/>
                </a:lnTo>
                <a:cubicBezTo>
                  <a:pt x="2236161" y="2307445"/>
                  <a:pt x="2219977" y="2619287"/>
                  <a:pt x="1906782" y="2619287"/>
                </a:cubicBezTo>
                <a:cubicBezTo>
                  <a:pt x="1593586" y="2619287"/>
                  <a:pt x="1586922" y="2311247"/>
                  <a:pt x="1586922" y="2311247"/>
                </a:cubicBezTo>
                <a:lnTo>
                  <a:pt x="1586922" y="5704"/>
                </a:lnTo>
                <a:lnTo>
                  <a:pt x="952" y="7606"/>
                </a:lnTo>
                <a:close/>
              </a:path>
            </a:pathLst>
          </a:custGeom>
          <a:solidFill>
            <a:schemeClr val="tx2"/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GB" b="1">
              <a:latin typeface="Unilever Desire Semi Bold" pitchFamily="2" charset="77"/>
            </a:endParaRPr>
          </a:p>
        </p:txBody>
      </p:sp>
      <p:sp>
        <p:nvSpPr>
          <p:cNvPr id="8" name="U Logo: Outline" descr="An earth U icon">
            <a:extLst>
              <a:ext uri="{FF2B5EF4-FFF2-40B4-BE49-F238E27FC236}">
                <a16:creationId xmlns:a16="http://schemas.microsoft.com/office/drawing/2014/main" id="{49763C74-F1C7-9CE4-67B7-4697D4E480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725671" y="1581258"/>
            <a:ext cx="658412" cy="691066"/>
          </a:xfrm>
          <a:custGeom>
            <a:avLst/>
            <a:gdLst>
              <a:gd name="connsiteX0" fmla="*/ 0 w 3830698"/>
              <a:gd name="connsiteY0" fmla="*/ 8557 h 4020676"/>
              <a:gd name="connsiteX1" fmla="*/ 7616 w 3830698"/>
              <a:gd name="connsiteY1" fmla="*/ 2309346 h 4020676"/>
              <a:gd name="connsiteX2" fmla="*/ 1909637 w 3830698"/>
              <a:gd name="connsiteY2" fmla="*/ 4020677 h 4020676"/>
              <a:gd name="connsiteX3" fmla="*/ 3830698 w 3830698"/>
              <a:gd name="connsiteY3" fmla="*/ 2296986 h 4020676"/>
              <a:gd name="connsiteX4" fmla="*/ 3823083 w 3830698"/>
              <a:gd name="connsiteY4" fmla="*/ 0 h 4020676"/>
              <a:gd name="connsiteX5" fmla="*/ 2236161 w 3830698"/>
              <a:gd name="connsiteY5" fmla="*/ 0 h 4020676"/>
              <a:gd name="connsiteX6" fmla="*/ 2236161 w 3830698"/>
              <a:gd name="connsiteY6" fmla="*/ 2307445 h 4020676"/>
              <a:gd name="connsiteX7" fmla="*/ 1906782 w 3830698"/>
              <a:gd name="connsiteY7" fmla="*/ 2619287 h 4020676"/>
              <a:gd name="connsiteX8" fmla="*/ 1586922 w 3830698"/>
              <a:gd name="connsiteY8" fmla="*/ 2311247 h 4020676"/>
              <a:gd name="connsiteX9" fmla="*/ 1586922 w 3830698"/>
              <a:gd name="connsiteY9" fmla="*/ 5704 h 4020676"/>
              <a:gd name="connsiteX10" fmla="*/ 952 w 3830698"/>
              <a:gd name="connsiteY10" fmla="*/ 7606 h 4020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30698" h="4020676">
                <a:moveTo>
                  <a:pt x="0" y="8557"/>
                </a:moveTo>
                <a:lnTo>
                  <a:pt x="7616" y="2309346"/>
                </a:lnTo>
                <a:cubicBezTo>
                  <a:pt x="7616" y="2309346"/>
                  <a:pt x="10472" y="4020677"/>
                  <a:pt x="1909637" y="4020677"/>
                </a:cubicBezTo>
                <a:cubicBezTo>
                  <a:pt x="3808803" y="4020677"/>
                  <a:pt x="3830698" y="2296986"/>
                  <a:pt x="3830698" y="2296986"/>
                </a:cubicBezTo>
                <a:lnTo>
                  <a:pt x="3823083" y="0"/>
                </a:lnTo>
                <a:lnTo>
                  <a:pt x="2236161" y="0"/>
                </a:lnTo>
                <a:lnTo>
                  <a:pt x="2236161" y="2307445"/>
                </a:lnTo>
                <a:cubicBezTo>
                  <a:pt x="2236161" y="2307445"/>
                  <a:pt x="2219977" y="2619287"/>
                  <a:pt x="1906782" y="2619287"/>
                </a:cubicBezTo>
                <a:cubicBezTo>
                  <a:pt x="1593586" y="2619287"/>
                  <a:pt x="1586922" y="2311247"/>
                  <a:pt x="1586922" y="2311247"/>
                </a:cubicBezTo>
                <a:lnTo>
                  <a:pt x="1586922" y="5704"/>
                </a:lnTo>
                <a:lnTo>
                  <a:pt x="952" y="7606"/>
                </a:lnTo>
                <a:close/>
              </a:path>
            </a:pathLst>
          </a:custGeom>
          <a:solidFill>
            <a:schemeClr val="bg1"/>
          </a:solidFill>
          <a:ln w="190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GB" b="1">
              <a:latin typeface="Unilever Desire Semi Bold" pitchFamily="2" charset="77"/>
            </a:endParaRPr>
          </a:p>
        </p:txBody>
      </p:sp>
      <p:pic>
        <p:nvPicPr>
          <p:cNvPr id="6" name="U Logo: Window" descr="Solid blue fill U icon">
            <a:extLst>
              <a:ext uri="{FF2B5EF4-FFF2-40B4-BE49-F238E27FC236}">
                <a16:creationId xmlns:a16="http://schemas.microsoft.com/office/drawing/2014/main" id="{C1BEC00B-5486-FBA3-FDE2-81A96CCEDF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3754" y="1581257"/>
            <a:ext cx="657610" cy="691066"/>
          </a:xfrm>
          <a:prstGeom prst="rect">
            <a:avLst/>
          </a:prstGeom>
        </p:spPr>
      </p:pic>
      <p:grpSp>
        <p:nvGrpSpPr>
          <p:cNvPr id="32" name="Unilever Logo: Blue" descr="The blue unilever logo, with blue wordmark, on a white background">
            <a:extLst>
              <a:ext uri="{FF2B5EF4-FFF2-40B4-BE49-F238E27FC236}">
                <a16:creationId xmlns:a16="http://schemas.microsoft.com/office/drawing/2014/main" id="{08E58392-472D-0CF9-ECF6-808AD0F00CF3}"/>
              </a:ext>
            </a:extLst>
          </p:cNvPr>
          <p:cNvGrpSpPr/>
          <p:nvPr/>
        </p:nvGrpSpPr>
        <p:grpSpPr>
          <a:xfrm>
            <a:off x="5803324" y="1575990"/>
            <a:ext cx="635321" cy="701599"/>
            <a:chOff x="1266668" y="1505583"/>
            <a:chExt cx="9687409" cy="10698029"/>
          </a:xfrm>
          <a:solidFill>
            <a:schemeClr val="tx2"/>
          </a:solidFill>
        </p:grpSpPr>
        <p:sp>
          <p:nvSpPr>
            <p:cNvPr id="33" name="Line">
              <a:extLst>
                <a:ext uri="{FF2B5EF4-FFF2-40B4-BE49-F238E27FC236}">
                  <a16:creationId xmlns:a16="http://schemas.microsoft.com/office/drawing/2014/main" id="{586C1705-3318-9697-F4CC-FE2DB6FAE55B}"/>
                </a:ext>
              </a:extLst>
            </p:cNvPr>
            <p:cNvSpPr/>
            <p:nvPr/>
          </p:nvSpPr>
          <p:spPr>
            <a:xfrm>
              <a:off x="8835565" y="2919814"/>
              <a:ext cx="587469" cy="3198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81" y="21523"/>
                  </a:moveTo>
                  <a:cubicBezTo>
                    <a:pt x="5880" y="21523"/>
                    <a:pt x="3669" y="21523"/>
                    <a:pt x="2502" y="17157"/>
                  </a:cubicBezTo>
                  <a:cubicBezTo>
                    <a:pt x="1501" y="13557"/>
                    <a:pt x="1835" y="7813"/>
                    <a:pt x="0" y="5209"/>
                  </a:cubicBezTo>
                  <a:cubicBezTo>
                    <a:pt x="1835" y="6204"/>
                    <a:pt x="3795" y="6204"/>
                    <a:pt x="5337" y="6204"/>
                  </a:cubicBezTo>
                  <a:cubicBezTo>
                    <a:pt x="10216" y="6204"/>
                    <a:pt x="14886" y="0"/>
                    <a:pt x="18473" y="0"/>
                  </a:cubicBezTo>
                  <a:cubicBezTo>
                    <a:pt x="20849" y="0"/>
                    <a:pt x="21600" y="2757"/>
                    <a:pt x="21600" y="5591"/>
                  </a:cubicBezTo>
                  <a:cubicBezTo>
                    <a:pt x="21600" y="14400"/>
                    <a:pt x="11968" y="21523"/>
                    <a:pt x="7422" y="216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34" name="Line">
              <a:extLst>
                <a:ext uri="{FF2B5EF4-FFF2-40B4-BE49-F238E27FC236}">
                  <a16:creationId xmlns:a16="http://schemas.microsoft.com/office/drawing/2014/main" id="{96D97ADF-54AA-3673-F06B-4D4020E8E379}"/>
                </a:ext>
              </a:extLst>
            </p:cNvPr>
            <p:cNvSpPr/>
            <p:nvPr/>
          </p:nvSpPr>
          <p:spPr>
            <a:xfrm>
              <a:off x="8904746" y="2914143"/>
              <a:ext cx="782538" cy="657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9" h="21600" extrusionOk="0">
                  <a:moveTo>
                    <a:pt x="5408" y="21600"/>
                  </a:moveTo>
                  <a:cubicBezTo>
                    <a:pt x="13848" y="21600"/>
                    <a:pt x="21600" y="13556"/>
                    <a:pt x="21569" y="6480"/>
                  </a:cubicBezTo>
                  <a:cubicBezTo>
                    <a:pt x="21569" y="3166"/>
                    <a:pt x="20256" y="484"/>
                    <a:pt x="16911" y="0"/>
                  </a:cubicBezTo>
                  <a:cubicBezTo>
                    <a:pt x="17474" y="857"/>
                    <a:pt x="17724" y="1564"/>
                    <a:pt x="17724" y="3091"/>
                  </a:cubicBezTo>
                  <a:cubicBezTo>
                    <a:pt x="17724" y="8417"/>
                    <a:pt x="10909" y="14338"/>
                    <a:pt x="3501" y="14338"/>
                  </a:cubicBezTo>
                  <a:cubicBezTo>
                    <a:pt x="813" y="14338"/>
                    <a:pt x="0" y="16572"/>
                    <a:pt x="0" y="17727"/>
                  </a:cubicBezTo>
                  <a:cubicBezTo>
                    <a:pt x="0" y="20446"/>
                    <a:pt x="2188" y="21600"/>
                    <a:pt x="5377" y="216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35" name="Line">
              <a:extLst>
                <a:ext uri="{FF2B5EF4-FFF2-40B4-BE49-F238E27FC236}">
                  <a16:creationId xmlns:a16="http://schemas.microsoft.com/office/drawing/2014/main" id="{860C3CC9-CE29-2F5B-8A0A-C03F680E6D36}"/>
                </a:ext>
              </a:extLst>
            </p:cNvPr>
            <p:cNvSpPr/>
            <p:nvPr/>
          </p:nvSpPr>
          <p:spPr>
            <a:xfrm>
              <a:off x="9077130" y="3376859"/>
              <a:ext cx="685276" cy="967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6" h="21403" extrusionOk="0">
                  <a:moveTo>
                    <a:pt x="35" y="7049"/>
                  </a:moveTo>
                  <a:cubicBezTo>
                    <a:pt x="1235" y="13246"/>
                    <a:pt x="14471" y="21600"/>
                    <a:pt x="18035" y="21399"/>
                  </a:cubicBezTo>
                  <a:cubicBezTo>
                    <a:pt x="20435" y="21249"/>
                    <a:pt x="21353" y="13296"/>
                    <a:pt x="21318" y="7049"/>
                  </a:cubicBezTo>
                  <a:cubicBezTo>
                    <a:pt x="21318" y="3462"/>
                    <a:pt x="21600" y="652"/>
                    <a:pt x="18918" y="0"/>
                  </a:cubicBezTo>
                  <a:cubicBezTo>
                    <a:pt x="14682" y="6071"/>
                    <a:pt x="3600" y="7325"/>
                    <a:pt x="0" y="7075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36" name="Line">
              <a:extLst>
                <a:ext uri="{FF2B5EF4-FFF2-40B4-BE49-F238E27FC236}">
                  <a16:creationId xmlns:a16="http://schemas.microsoft.com/office/drawing/2014/main" id="{7FBB1F79-AD1B-73C4-7692-C404E4D0D4C9}"/>
                </a:ext>
              </a:extLst>
            </p:cNvPr>
            <p:cNvSpPr/>
            <p:nvPr/>
          </p:nvSpPr>
          <p:spPr>
            <a:xfrm>
              <a:off x="2187433" y="4881818"/>
              <a:ext cx="1145449" cy="28953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5" y="5043"/>
                  </a:moveTo>
                  <a:cubicBezTo>
                    <a:pt x="6587" y="5043"/>
                    <a:pt x="6202" y="465"/>
                    <a:pt x="9260" y="457"/>
                  </a:cubicBezTo>
                  <a:cubicBezTo>
                    <a:pt x="9987" y="457"/>
                    <a:pt x="10201" y="745"/>
                    <a:pt x="10201" y="1100"/>
                  </a:cubicBezTo>
                  <a:cubicBezTo>
                    <a:pt x="10201" y="2132"/>
                    <a:pt x="8918" y="3655"/>
                    <a:pt x="8918" y="4493"/>
                  </a:cubicBezTo>
                  <a:cubicBezTo>
                    <a:pt x="8918" y="4907"/>
                    <a:pt x="9196" y="5043"/>
                    <a:pt x="9709" y="5043"/>
                  </a:cubicBezTo>
                  <a:cubicBezTo>
                    <a:pt x="11057" y="5043"/>
                    <a:pt x="13366" y="0"/>
                    <a:pt x="15655" y="0"/>
                  </a:cubicBezTo>
                  <a:cubicBezTo>
                    <a:pt x="16382" y="0"/>
                    <a:pt x="16703" y="288"/>
                    <a:pt x="16703" y="575"/>
                  </a:cubicBezTo>
                  <a:cubicBezTo>
                    <a:pt x="16703" y="1633"/>
                    <a:pt x="13324" y="4670"/>
                    <a:pt x="13324" y="5533"/>
                  </a:cubicBezTo>
                  <a:cubicBezTo>
                    <a:pt x="13324" y="5669"/>
                    <a:pt x="13430" y="5779"/>
                    <a:pt x="13709" y="5779"/>
                  </a:cubicBezTo>
                  <a:cubicBezTo>
                    <a:pt x="15099" y="5779"/>
                    <a:pt x="17879" y="3401"/>
                    <a:pt x="18756" y="2208"/>
                  </a:cubicBezTo>
                  <a:cubicBezTo>
                    <a:pt x="19248" y="1591"/>
                    <a:pt x="19932" y="1261"/>
                    <a:pt x="20531" y="1261"/>
                  </a:cubicBezTo>
                  <a:cubicBezTo>
                    <a:pt x="21087" y="1261"/>
                    <a:pt x="21579" y="1506"/>
                    <a:pt x="21600" y="2014"/>
                  </a:cubicBezTo>
                  <a:cubicBezTo>
                    <a:pt x="21600" y="3198"/>
                    <a:pt x="18820" y="5999"/>
                    <a:pt x="16382" y="7868"/>
                  </a:cubicBezTo>
                  <a:cubicBezTo>
                    <a:pt x="14500" y="9324"/>
                    <a:pt x="11549" y="11413"/>
                    <a:pt x="11549" y="12581"/>
                  </a:cubicBezTo>
                  <a:cubicBezTo>
                    <a:pt x="11549" y="13173"/>
                    <a:pt x="11827" y="13791"/>
                    <a:pt x="14008" y="14535"/>
                  </a:cubicBezTo>
                  <a:cubicBezTo>
                    <a:pt x="10436" y="14451"/>
                    <a:pt x="9004" y="14315"/>
                    <a:pt x="7656" y="13216"/>
                  </a:cubicBezTo>
                  <a:cubicBezTo>
                    <a:pt x="1711" y="17911"/>
                    <a:pt x="18627" y="17437"/>
                    <a:pt x="12853" y="21600"/>
                  </a:cubicBezTo>
                  <a:cubicBezTo>
                    <a:pt x="11784" y="20855"/>
                    <a:pt x="3443" y="20086"/>
                    <a:pt x="3443" y="15728"/>
                  </a:cubicBezTo>
                  <a:cubicBezTo>
                    <a:pt x="3443" y="11963"/>
                    <a:pt x="11784" y="9764"/>
                    <a:pt x="11762" y="8198"/>
                  </a:cubicBezTo>
                  <a:cubicBezTo>
                    <a:pt x="11762" y="7894"/>
                    <a:pt x="11484" y="7623"/>
                    <a:pt x="10757" y="7386"/>
                  </a:cubicBezTo>
                  <a:cubicBezTo>
                    <a:pt x="8918" y="6769"/>
                    <a:pt x="8854" y="6261"/>
                    <a:pt x="7421" y="6261"/>
                  </a:cubicBezTo>
                  <a:cubicBezTo>
                    <a:pt x="6373" y="6261"/>
                    <a:pt x="5090" y="7234"/>
                    <a:pt x="6416" y="8088"/>
                  </a:cubicBezTo>
                  <a:cubicBezTo>
                    <a:pt x="6865" y="8376"/>
                    <a:pt x="7250" y="8554"/>
                    <a:pt x="7250" y="8816"/>
                  </a:cubicBezTo>
                  <a:cubicBezTo>
                    <a:pt x="7250" y="9434"/>
                    <a:pt x="4812" y="11083"/>
                    <a:pt x="3080" y="11083"/>
                  </a:cubicBezTo>
                  <a:cubicBezTo>
                    <a:pt x="1347" y="11083"/>
                    <a:pt x="21" y="9391"/>
                    <a:pt x="0" y="6659"/>
                  </a:cubicBezTo>
                  <a:cubicBezTo>
                    <a:pt x="0" y="4239"/>
                    <a:pt x="1369" y="1794"/>
                    <a:pt x="3101" y="1794"/>
                  </a:cubicBezTo>
                  <a:cubicBezTo>
                    <a:pt x="3593" y="1794"/>
                    <a:pt x="3764" y="1929"/>
                    <a:pt x="3764" y="2098"/>
                  </a:cubicBezTo>
                  <a:cubicBezTo>
                    <a:pt x="3764" y="2386"/>
                    <a:pt x="3550" y="2953"/>
                    <a:pt x="3550" y="3926"/>
                  </a:cubicBezTo>
                  <a:cubicBezTo>
                    <a:pt x="3550" y="4958"/>
                    <a:pt x="4170" y="5051"/>
                    <a:pt x="4662" y="5051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37" name="Line">
              <a:extLst>
                <a:ext uri="{FF2B5EF4-FFF2-40B4-BE49-F238E27FC236}">
                  <a16:creationId xmlns:a16="http://schemas.microsoft.com/office/drawing/2014/main" id="{2C77594B-B31A-9052-76FA-757331693569}"/>
                </a:ext>
              </a:extLst>
            </p:cNvPr>
            <p:cNvSpPr/>
            <p:nvPr/>
          </p:nvSpPr>
          <p:spPr>
            <a:xfrm>
              <a:off x="3031208" y="4988424"/>
              <a:ext cx="1312162" cy="1879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614" y="16477"/>
                  </a:moveTo>
                  <a:cubicBezTo>
                    <a:pt x="4649" y="16477"/>
                    <a:pt x="6347" y="15421"/>
                    <a:pt x="6347" y="13088"/>
                  </a:cubicBezTo>
                  <a:lnTo>
                    <a:pt x="6347" y="9620"/>
                  </a:lnTo>
                  <a:cubicBezTo>
                    <a:pt x="6347" y="8304"/>
                    <a:pt x="6478" y="6805"/>
                    <a:pt x="7748" y="5749"/>
                  </a:cubicBezTo>
                  <a:cubicBezTo>
                    <a:pt x="7598" y="6192"/>
                    <a:pt x="7598" y="6661"/>
                    <a:pt x="7598" y="7104"/>
                  </a:cubicBezTo>
                  <a:cubicBezTo>
                    <a:pt x="7598" y="10024"/>
                    <a:pt x="9932" y="12019"/>
                    <a:pt x="9932" y="14835"/>
                  </a:cubicBezTo>
                  <a:cubicBezTo>
                    <a:pt x="9932" y="15890"/>
                    <a:pt x="9503" y="16464"/>
                    <a:pt x="8326" y="16464"/>
                  </a:cubicBezTo>
                  <a:cubicBezTo>
                    <a:pt x="7206" y="16464"/>
                    <a:pt x="7300" y="15747"/>
                    <a:pt x="7057" y="15747"/>
                  </a:cubicBezTo>
                  <a:cubicBezTo>
                    <a:pt x="6870" y="15747"/>
                    <a:pt x="6571" y="16190"/>
                    <a:pt x="6571" y="16660"/>
                  </a:cubicBezTo>
                  <a:cubicBezTo>
                    <a:pt x="6571" y="17376"/>
                    <a:pt x="7300" y="18484"/>
                    <a:pt x="9334" y="18484"/>
                  </a:cubicBezTo>
                  <a:cubicBezTo>
                    <a:pt x="11089" y="18484"/>
                    <a:pt x="12490" y="17363"/>
                    <a:pt x="12490" y="16112"/>
                  </a:cubicBezTo>
                  <a:cubicBezTo>
                    <a:pt x="12490" y="13062"/>
                    <a:pt x="9073" y="9672"/>
                    <a:pt x="9073" y="6414"/>
                  </a:cubicBezTo>
                  <a:cubicBezTo>
                    <a:pt x="9073" y="4993"/>
                    <a:pt x="9596" y="4041"/>
                    <a:pt x="10044" y="3298"/>
                  </a:cubicBezTo>
                  <a:cubicBezTo>
                    <a:pt x="10044" y="10050"/>
                    <a:pt x="18258" y="14965"/>
                    <a:pt x="18277" y="17781"/>
                  </a:cubicBezTo>
                  <a:cubicBezTo>
                    <a:pt x="18277" y="18419"/>
                    <a:pt x="17605" y="18941"/>
                    <a:pt x="16578" y="18941"/>
                  </a:cubicBezTo>
                  <a:cubicBezTo>
                    <a:pt x="15458" y="18941"/>
                    <a:pt x="14917" y="18328"/>
                    <a:pt x="14917" y="17859"/>
                  </a:cubicBezTo>
                  <a:cubicBezTo>
                    <a:pt x="14917" y="17624"/>
                    <a:pt x="14861" y="17559"/>
                    <a:pt x="14730" y="17559"/>
                  </a:cubicBezTo>
                  <a:cubicBezTo>
                    <a:pt x="14450" y="17559"/>
                    <a:pt x="13572" y="18237"/>
                    <a:pt x="13572" y="19123"/>
                  </a:cubicBezTo>
                  <a:cubicBezTo>
                    <a:pt x="13572" y="20244"/>
                    <a:pt x="14879" y="21600"/>
                    <a:pt x="17325" y="21600"/>
                  </a:cubicBezTo>
                  <a:cubicBezTo>
                    <a:pt x="20088" y="21600"/>
                    <a:pt x="21600" y="19971"/>
                    <a:pt x="21600" y="18511"/>
                  </a:cubicBezTo>
                  <a:cubicBezTo>
                    <a:pt x="21600" y="14952"/>
                    <a:pt x="11631" y="9568"/>
                    <a:pt x="11631" y="3793"/>
                  </a:cubicBezTo>
                  <a:cubicBezTo>
                    <a:pt x="11631" y="2803"/>
                    <a:pt x="11873" y="1212"/>
                    <a:pt x="12882" y="0"/>
                  </a:cubicBezTo>
                  <a:cubicBezTo>
                    <a:pt x="6478" y="2881"/>
                    <a:pt x="4481" y="6726"/>
                    <a:pt x="4499" y="10077"/>
                  </a:cubicBezTo>
                  <a:cubicBezTo>
                    <a:pt x="4499" y="12996"/>
                    <a:pt x="4350" y="14456"/>
                    <a:pt x="2222" y="14456"/>
                  </a:cubicBezTo>
                  <a:cubicBezTo>
                    <a:pt x="1101" y="14456"/>
                    <a:pt x="803" y="13740"/>
                    <a:pt x="429" y="13740"/>
                  </a:cubicBezTo>
                  <a:cubicBezTo>
                    <a:pt x="131" y="13740"/>
                    <a:pt x="0" y="14352"/>
                    <a:pt x="0" y="14522"/>
                  </a:cubicBezTo>
                  <a:cubicBezTo>
                    <a:pt x="0" y="15773"/>
                    <a:pt x="1307" y="16490"/>
                    <a:pt x="2632" y="1649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38" name="Shape">
              <a:extLst>
                <a:ext uri="{FF2B5EF4-FFF2-40B4-BE49-F238E27FC236}">
                  <a16:creationId xmlns:a16="http://schemas.microsoft.com/office/drawing/2014/main" id="{3EF280CF-62D8-7980-E7DE-D8089E26D860}"/>
                </a:ext>
              </a:extLst>
            </p:cNvPr>
            <p:cNvSpPr/>
            <p:nvPr/>
          </p:nvSpPr>
          <p:spPr>
            <a:xfrm>
              <a:off x="7640218" y="2983324"/>
              <a:ext cx="1125035" cy="7054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8" y="3438"/>
                  </a:moveTo>
                  <a:cubicBezTo>
                    <a:pt x="1067" y="2674"/>
                    <a:pt x="4268" y="3889"/>
                    <a:pt x="8383" y="625"/>
                  </a:cubicBezTo>
                  <a:cubicBezTo>
                    <a:pt x="8884" y="174"/>
                    <a:pt x="9406" y="0"/>
                    <a:pt x="9864" y="0"/>
                  </a:cubicBezTo>
                  <a:cubicBezTo>
                    <a:pt x="11845" y="0"/>
                    <a:pt x="11344" y="3612"/>
                    <a:pt x="13152" y="3612"/>
                  </a:cubicBezTo>
                  <a:cubicBezTo>
                    <a:pt x="14567" y="3612"/>
                    <a:pt x="16374" y="1702"/>
                    <a:pt x="17463" y="1702"/>
                  </a:cubicBezTo>
                  <a:cubicBezTo>
                    <a:pt x="19161" y="1702"/>
                    <a:pt x="21600" y="10175"/>
                    <a:pt x="21600" y="14168"/>
                  </a:cubicBezTo>
                  <a:cubicBezTo>
                    <a:pt x="21600" y="18787"/>
                    <a:pt x="17245" y="21600"/>
                    <a:pt x="12085" y="21600"/>
                  </a:cubicBezTo>
                  <a:cubicBezTo>
                    <a:pt x="4551" y="21600"/>
                    <a:pt x="22" y="11147"/>
                    <a:pt x="0" y="4341"/>
                  </a:cubicBezTo>
                  <a:cubicBezTo>
                    <a:pt x="0" y="3785"/>
                    <a:pt x="174" y="3612"/>
                    <a:pt x="348" y="3438"/>
                  </a:cubicBezTo>
                  <a:moveTo>
                    <a:pt x="12694" y="14898"/>
                  </a:moveTo>
                  <a:cubicBezTo>
                    <a:pt x="15198" y="14898"/>
                    <a:pt x="17049" y="13092"/>
                    <a:pt x="17049" y="11981"/>
                  </a:cubicBezTo>
                  <a:cubicBezTo>
                    <a:pt x="17049" y="11633"/>
                    <a:pt x="16701" y="11356"/>
                    <a:pt x="15960" y="11356"/>
                  </a:cubicBezTo>
                  <a:cubicBezTo>
                    <a:pt x="15220" y="11356"/>
                    <a:pt x="13740" y="11251"/>
                    <a:pt x="10974" y="10557"/>
                  </a:cubicBezTo>
                  <a:cubicBezTo>
                    <a:pt x="8601" y="9932"/>
                    <a:pt x="6772" y="8473"/>
                    <a:pt x="6097" y="8473"/>
                  </a:cubicBezTo>
                  <a:cubicBezTo>
                    <a:pt x="5879" y="8473"/>
                    <a:pt x="5748" y="8647"/>
                    <a:pt x="5748" y="8925"/>
                  </a:cubicBezTo>
                  <a:cubicBezTo>
                    <a:pt x="5748" y="11286"/>
                    <a:pt x="8470" y="14898"/>
                    <a:pt x="12673" y="14898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39" name="Line">
              <a:extLst>
                <a:ext uri="{FF2B5EF4-FFF2-40B4-BE49-F238E27FC236}">
                  <a16:creationId xmlns:a16="http://schemas.microsoft.com/office/drawing/2014/main" id="{A4C43AD2-08E3-0FB6-9CF2-2AF6A8C0AE98}"/>
                </a:ext>
              </a:extLst>
            </p:cNvPr>
            <p:cNvSpPr/>
            <p:nvPr/>
          </p:nvSpPr>
          <p:spPr>
            <a:xfrm>
              <a:off x="3000580" y="7431286"/>
              <a:ext cx="1357533" cy="1256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2" h="21561" extrusionOk="0">
                  <a:moveTo>
                    <a:pt x="4021" y="1771"/>
                  </a:moveTo>
                  <a:cubicBezTo>
                    <a:pt x="2470" y="2180"/>
                    <a:pt x="-18" y="4807"/>
                    <a:pt x="0" y="8971"/>
                  </a:cubicBezTo>
                  <a:cubicBezTo>
                    <a:pt x="0" y="13933"/>
                    <a:pt x="4940" y="21581"/>
                    <a:pt x="13054" y="21562"/>
                  </a:cubicBezTo>
                  <a:cubicBezTo>
                    <a:pt x="19905" y="21562"/>
                    <a:pt x="21582" y="16444"/>
                    <a:pt x="21582" y="12999"/>
                  </a:cubicBezTo>
                  <a:cubicBezTo>
                    <a:pt x="21582" y="5352"/>
                    <a:pt x="17219" y="-19"/>
                    <a:pt x="11539" y="0"/>
                  </a:cubicBezTo>
                  <a:cubicBezTo>
                    <a:pt x="8438" y="0"/>
                    <a:pt x="5679" y="2433"/>
                    <a:pt x="5679" y="6033"/>
                  </a:cubicBezTo>
                  <a:cubicBezTo>
                    <a:pt x="5679" y="9380"/>
                    <a:pt x="8023" y="14381"/>
                    <a:pt x="13613" y="14381"/>
                  </a:cubicBezTo>
                  <a:cubicBezTo>
                    <a:pt x="16245" y="14381"/>
                    <a:pt x="17778" y="12357"/>
                    <a:pt x="17778" y="10022"/>
                  </a:cubicBezTo>
                  <a:cubicBezTo>
                    <a:pt x="17778" y="7745"/>
                    <a:pt x="15848" y="4612"/>
                    <a:pt x="13036" y="4612"/>
                  </a:cubicBezTo>
                  <a:cubicBezTo>
                    <a:pt x="12188" y="4612"/>
                    <a:pt x="11575" y="5216"/>
                    <a:pt x="11593" y="6189"/>
                  </a:cubicBezTo>
                  <a:cubicBezTo>
                    <a:pt x="11593" y="7395"/>
                    <a:pt x="13144" y="8621"/>
                    <a:pt x="15073" y="8621"/>
                  </a:cubicBezTo>
                  <a:cubicBezTo>
                    <a:pt x="15542" y="8621"/>
                    <a:pt x="15921" y="8524"/>
                    <a:pt x="16101" y="8426"/>
                  </a:cubicBezTo>
                  <a:cubicBezTo>
                    <a:pt x="16191" y="8582"/>
                    <a:pt x="16245" y="8835"/>
                    <a:pt x="16245" y="9030"/>
                  </a:cubicBezTo>
                  <a:cubicBezTo>
                    <a:pt x="16245" y="10197"/>
                    <a:pt x="15217" y="10898"/>
                    <a:pt x="13613" y="10917"/>
                  </a:cubicBezTo>
                  <a:cubicBezTo>
                    <a:pt x="11215" y="10917"/>
                    <a:pt x="8925" y="8991"/>
                    <a:pt x="8907" y="5955"/>
                  </a:cubicBezTo>
                  <a:cubicBezTo>
                    <a:pt x="8907" y="4145"/>
                    <a:pt x="10367" y="2822"/>
                    <a:pt x="12477" y="2822"/>
                  </a:cubicBezTo>
                  <a:cubicBezTo>
                    <a:pt x="16660" y="2822"/>
                    <a:pt x="19148" y="6811"/>
                    <a:pt x="19148" y="10820"/>
                  </a:cubicBezTo>
                  <a:cubicBezTo>
                    <a:pt x="19148" y="14420"/>
                    <a:pt x="17327" y="16483"/>
                    <a:pt x="13577" y="16502"/>
                  </a:cubicBezTo>
                  <a:cubicBezTo>
                    <a:pt x="6076" y="16502"/>
                    <a:pt x="2398" y="9224"/>
                    <a:pt x="4039" y="183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0" name="Line">
              <a:extLst>
                <a:ext uri="{FF2B5EF4-FFF2-40B4-BE49-F238E27FC236}">
                  <a16:creationId xmlns:a16="http://schemas.microsoft.com/office/drawing/2014/main" id="{84259525-12C2-3A71-9832-82A30C894612}"/>
                </a:ext>
              </a:extLst>
            </p:cNvPr>
            <p:cNvSpPr/>
            <p:nvPr/>
          </p:nvSpPr>
          <p:spPr>
            <a:xfrm>
              <a:off x="3962309" y="8159386"/>
              <a:ext cx="3040541" cy="12917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1" y="18414"/>
                  </a:moveTo>
                  <a:cubicBezTo>
                    <a:pt x="19908" y="18414"/>
                    <a:pt x="19852" y="18224"/>
                    <a:pt x="20166" y="18224"/>
                  </a:cubicBezTo>
                  <a:cubicBezTo>
                    <a:pt x="20480" y="18224"/>
                    <a:pt x="20504" y="18661"/>
                    <a:pt x="20504" y="18964"/>
                  </a:cubicBezTo>
                  <a:cubicBezTo>
                    <a:pt x="20504" y="20045"/>
                    <a:pt x="19473" y="21391"/>
                    <a:pt x="17652" y="21391"/>
                  </a:cubicBezTo>
                  <a:cubicBezTo>
                    <a:pt x="16581" y="21391"/>
                    <a:pt x="15928" y="20064"/>
                    <a:pt x="15743" y="18585"/>
                  </a:cubicBezTo>
                  <a:cubicBezTo>
                    <a:pt x="14695" y="20159"/>
                    <a:pt x="13100" y="21600"/>
                    <a:pt x="11529" y="21600"/>
                  </a:cubicBezTo>
                  <a:cubicBezTo>
                    <a:pt x="7235" y="21600"/>
                    <a:pt x="6139" y="17219"/>
                    <a:pt x="4802" y="15797"/>
                  </a:cubicBezTo>
                  <a:cubicBezTo>
                    <a:pt x="3771" y="14716"/>
                    <a:pt x="2199" y="16840"/>
                    <a:pt x="0" y="11075"/>
                  </a:cubicBezTo>
                  <a:cubicBezTo>
                    <a:pt x="290" y="11227"/>
                    <a:pt x="693" y="11265"/>
                    <a:pt x="1007" y="11265"/>
                  </a:cubicBezTo>
                  <a:cubicBezTo>
                    <a:pt x="2933" y="11265"/>
                    <a:pt x="3964" y="9046"/>
                    <a:pt x="3956" y="5481"/>
                  </a:cubicBezTo>
                  <a:cubicBezTo>
                    <a:pt x="3956" y="5044"/>
                    <a:pt x="3932" y="4551"/>
                    <a:pt x="3916" y="4096"/>
                  </a:cubicBezTo>
                  <a:cubicBezTo>
                    <a:pt x="4504" y="4646"/>
                    <a:pt x="5849" y="6998"/>
                    <a:pt x="6163" y="11189"/>
                  </a:cubicBezTo>
                  <a:cubicBezTo>
                    <a:pt x="6204" y="11682"/>
                    <a:pt x="7066" y="12118"/>
                    <a:pt x="7606" y="12118"/>
                  </a:cubicBezTo>
                  <a:cubicBezTo>
                    <a:pt x="8363" y="12118"/>
                    <a:pt x="9322" y="11378"/>
                    <a:pt x="9467" y="8458"/>
                  </a:cubicBezTo>
                  <a:cubicBezTo>
                    <a:pt x="11980" y="7965"/>
                    <a:pt x="13680" y="4457"/>
                    <a:pt x="14035" y="0"/>
                  </a:cubicBezTo>
                  <a:cubicBezTo>
                    <a:pt x="14937" y="683"/>
                    <a:pt x="15960" y="2617"/>
                    <a:pt x="16218" y="3603"/>
                  </a:cubicBezTo>
                  <a:cubicBezTo>
                    <a:pt x="16573" y="3300"/>
                    <a:pt x="16992" y="3167"/>
                    <a:pt x="17475" y="3148"/>
                  </a:cubicBezTo>
                  <a:cubicBezTo>
                    <a:pt x="18144" y="3148"/>
                    <a:pt x="18901" y="3432"/>
                    <a:pt x="19803" y="4077"/>
                  </a:cubicBezTo>
                  <a:cubicBezTo>
                    <a:pt x="19844" y="3432"/>
                    <a:pt x="19884" y="2636"/>
                    <a:pt x="20303" y="2636"/>
                  </a:cubicBezTo>
                  <a:cubicBezTo>
                    <a:pt x="20931" y="2636"/>
                    <a:pt x="20762" y="4267"/>
                    <a:pt x="20972" y="5196"/>
                  </a:cubicBezTo>
                  <a:cubicBezTo>
                    <a:pt x="21076" y="5689"/>
                    <a:pt x="21600" y="5993"/>
                    <a:pt x="21600" y="6979"/>
                  </a:cubicBezTo>
                  <a:cubicBezTo>
                    <a:pt x="21600" y="7927"/>
                    <a:pt x="21262" y="8268"/>
                    <a:pt x="21052" y="8268"/>
                  </a:cubicBezTo>
                  <a:cubicBezTo>
                    <a:pt x="20972" y="8268"/>
                    <a:pt x="20867" y="8211"/>
                    <a:pt x="20802" y="8173"/>
                  </a:cubicBezTo>
                  <a:cubicBezTo>
                    <a:pt x="20383" y="8515"/>
                    <a:pt x="20367" y="15626"/>
                    <a:pt x="18603" y="15626"/>
                  </a:cubicBezTo>
                  <a:cubicBezTo>
                    <a:pt x="17306" y="15626"/>
                    <a:pt x="16105" y="13123"/>
                    <a:pt x="15582" y="9956"/>
                  </a:cubicBezTo>
                  <a:cubicBezTo>
                    <a:pt x="15437" y="9027"/>
                    <a:pt x="15122" y="8420"/>
                    <a:pt x="14824" y="8420"/>
                  </a:cubicBezTo>
                  <a:cubicBezTo>
                    <a:pt x="14486" y="8420"/>
                    <a:pt x="14301" y="8572"/>
                    <a:pt x="13906" y="9615"/>
                  </a:cubicBezTo>
                  <a:cubicBezTo>
                    <a:pt x="12778" y="12516"/>
                    <a:pt x="10893" y="15038"/>
                    <a:pt x="8564" y="15057"/>
                  </a:cubicBezTo>
                  <a:cubicBezTo>
                    <a:pt x="7847" y="15057"/>
                    <a:pt x="7283" y="14906"/>
                    <a:pt x="7138" y="14906"/>
                  </a:cubicBezTo>
                  <a:cubicBezTo>
                    <a:pt x="7058" y="14906"/>
                    <a:pt x="7058" y="14963"/>
                    <a:pt x="7058" y="15001"/>
                  </a:cubicBezTo>
                  <a:cubicBezTo>
                    <a:pt x="7058" y="15342"/>
                    <a:pt x="7775" y="16688"/>
                    <a:pt x="9322" y="16669"/>
                  </a:cubicBezTo>
                  <a:cubicBezTo>
                    <a:pt x="13012" y="16669"/>
                    <a:pt x="13914" y="11777"/>
                    <a:pt x="14494" y="11777"/>
                  </a:cubicBezTo>
                  <a:cubicBezTo>
                    <a:pt x="14575" y="11777"/>
                    <a:pt x="14832" y="11777"/>
                    <a:pt x="14977" y="12573"/>
                  </a:cubicBezTo>
                  <a:cubicBezTo>
                    <a:pt x="15839" y="17295"/>
                    <a:pt x="17717" y="18395"/>
                    <a:pt x="18893" y="18376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1" name="Shape">
              <a:extLst>
                <a:ext uri="{FF2B5EF4-FFF2-40B4-BE49-F238E27FC236}">
                  <a16:creationId xmlns:a16="http://schemas.microsoft.com/office/drawing/2014/main" id="{71D190F9-BA95-8B88-EECC-5D32C49604D3}"/>
                </a:ext>
              </a:extLst>
            </p:cNvPr>
            <p:cNvSpPr/>
            <p:nvPr/>
          </p:nvSpPr>
          <p:spPr>
            <a:xfrm>
              <a:off x="6393834" y="8552921"/>
              <a:ext cx="235895" cy="235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719"/>
                    <a:pt x="4881" y="21600"/>
                    <a:pt x="10800" y="21600"/>
                  </a:cubicBezTo>
                  <a:cubicBezTo>
                    <a:pt x="16719" y="21600"/>
                    <a:pt x="21600" y="16719"/>
                    <a:pt x="21600" y="10800"/>
                  </a:cubicBezTo>
                  <a:cubicBezTo>
                    <a:pt x="21600" y="4881"/>
                    <a:pt x="16719" y="0"/>
                    <a:pt x="10800" y="0"/>
                  </a:cubicBezTo>
                  <a:cubicBezTo>
                    <a:pt x="4881" y="0"/>
                    <a:pt x="0" y="4881"/>
                    <a:pt x="0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2" name="Shape">
              <a:extLst>
                <a:ext uri="{FF2B5EF4-FFF2-40B4-BE49-F238E27FC236}">
                  <a16:creationId xmlns:a16="http://schemas.microsoft.com/office/drawing/2014/main" id="{A25AE7F7-095C-8F7A-B73E-4A3E87D76170}"/>
                </a:ext>
              </a:extLst>
            </p:cNvPr>
            <p:cNvSpPr/>
            <p:nvPr/>
          </p:nvSpPr>
          <p:spPr>
            <a:xfrm>
              <a:off x="7688984" y="7071778"/>
              <a:ext cx="1455060" cy="14017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455" y="1905"/>
                  </a:moveTo>
                  <a:cubicBezTo>
                    <a:pt x="14849" y="1905"/>
                    <a:pt x="14192" y="2412"/>
                    <a:pt x="14192" y="3635"/>
                  </a:cubicBezTo>
                  <a:cubicBezTo>
                    <a:pt x="14192" y="4998"/>
                    <a:pt x="15202" y="5854"/>
                    <a:pt x="15775" y="6134"/>
                  </a:cubicBezTo>
                  <a:cubicBezTo>
                    <a:pt x="16078" y="6309"/>
                    <a:pt x="16566" y="6501"/>
                    <a:pt x="17038" y="6501"/>
                  </a:cubicBezTo>
                  <a:cubicBezTo>
                    <a:pt x="18317" y="6501"/>
                    <a:pt x="19310" y="6134"/>
                    <a:pt x="19310" y="5033"/>
                  </a:cubicBezTo>
                  <a:cubicBezTo>
                    <a:pt x="19310" y="3635"/>
                    <a:pt x="17341" y="1905"/>
                    <a:pt x="15455" y="1905"/>
                  </a:cubicBezTo>
                  <a:moveTo>
                    <a:pt x="10724" y="4736"/>
                  </a:moveTo>
                  <a:cubicBezTo>
                    <a:pt x="9798" y="4736"/>
                    <a:pt x="4714" y="11796"/>
                    <a:pt x="1448" y="11796"/>
                  </a:cubicBezTo>
                  <a:cubicBezTo>
                    <a:pt x="657" y="11796"/>
                    <a:pt x="0" y="10258"/>
                    <a:pt x="0" y="9070"/>
                  </a:cubicBezTo>
                  <a:cubicBezTo>
                    <a:pt x="0" y="8441"/>
                    <a:pt x="387" y="7969"/>
                    <a:pt x="1801" y="7654"/>
                  </a:cubicBezTo>
                  <a:cubicBezTo>
                    <a:pt x="9327" y="5872"/>
                    <a:pt x="7660" y="0"/>
                    <a:pt x="14091" y="0"/>
                  </a:cubicBezTo>
                  <a:cubicBezTo>
                    <a:pt x="17644" y="0"/>
                    <a:pt x="21583" y="2499"/>
                    <a:pt x="21600" y="8126"/>
                  </a:cubicBezTo>
                  <a:cubicBezTo>
                    <a:pt x="21600" y="14138"/>
                    <a:pt x="13384" y="21600"/>
                    <a:pt x="12155" y="21600"/>
                  </a:cubicBezTo>
                  <a:cubicBezTo>
                    <a:pt x="11145" y="21600"/>
                    <a:pt x="10051" y="20097"/>
                    <a:pt x="10051" y="19101"/>
                  </a:cubicBezTo>
                  <a:cubicBezTo>
                    <a:pt x="10051" y="18786"/>
                    <a:pt x="10186" y="18367"/>
                    <a:pt x="11061" y="18017"/>
                  </a:cubicBezTo>
                  <a:cubicBezTo>
                    <a:pt x="15253" y="16287"/>
                    <a:pt x="17660" y="12285"/>
                    <a:pt x="17660" y="10241"/>
                  </a:cubicBezTo>
                  <a:cubicBezTo>
                    <a:pt x="17660" y="9786"/>
                    <a:pt x="17442" y="9332"/>
                    <a:pt x="16869" y="9332"/>
                  </a:cubicBezTo>
                  <a:cubicBezTo>
                    <a:pt x="16128" y="9332"/>
                    <a:pt x="12947" y="16882"/>
                    <a:pt x="9394" y="16882"/>
                  </a:cubicBezTo>
                  <a:cubicBezTo>
                    <a:pt x="6936" y="16882"/>
                    <a:pt x="4445" y="14575"/>
                    <a:pt x="4445" y="13474"/>
                  </a:cubicBezTo>
                  <a:cubicBezTo>
                    <a:pt x="4445" y="11656"/>
                    <a:pt x="11549" y="8283"/>
                    <a:pt x="11532" y="5732"/>
                  </a:cubicBezTo>
                  <a:cubicBezTo>
                    <a:pt x="11532" y="4771"/>
                    <a:pt x="11095" y="4736"/>
                    <a:pt x="10741" y="4736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3" name="Line">
              <a:extLst>
                <a:ext uri="{FF2B5EF4-FFF2-40B4-BE49-F238E27FC236}">
                  <a16:creationId xmlns:a16="http://schemas.microsoft.com/office/drawing/2014/main" id="{2BCEAC7A-86F1-744A-61DC-B61E87EB3F56}"/>
                </a:ext>
              </a:extLst>
            </p:cNvPr>
            <p:cNvSpPr/>
            <p:nvPr/>
          </p:nvSpPr>
          <p:spPr>
            <a:xfrm>
              <a:off x="2150007" y="3120550"/>
              <a:ext cx="418486" cy="460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8567"/>
                  </a:moveTo>
                  <a:cubicBezTo>
                    <a:pt x="21600" y="18567"/>
                    <a:pt x="17210" y="21600"/>
                    <a:pt x="11707" y="21600"/>
                  </a:cubicBezTo>
                  <a:cubicBezTo>
                    <a:pt x="5151" y="21600"/>
                    <a:pt x="0" y="17184"/>
                    <a:pt x="0" y="10960"/>
                  </a:cubicBezTo>
                  <a:cubicBezTo>
                    <a:pt x="0" y="6650"/>
                    <a:pt x="2400" y="2234"/>
                    <a:pt x="8078" y="0"/>
                  </a:cubicBezTo>
                  <a:cubicBezTo>
                    <a:pt x="7902" y="851"/>
                    <a:pt x="7902" y="1543"/>
                    <a:pt x="7902" y="2341"/>
                  </a:cubicBezTo>
                  <a:cubicBezTo>
                    <a:pt x="7902" y="10215"/>
                    <a:pt x="12761" y="16173"/>
                    <a:pt x="21600" y="18514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4" name="Shape">
              <a:extLst>
                <a:ext uri="{FF2B5EF4-FFF2-40B4-BE49-F238E27FC236}">
                  <a16:creationId xmlns:a16="http://schemas.microsoft.com/office/drawing/2014/main" id="{08881919-1E4F-831F-10A2-4463BBCB2613}"/>
                </a:ext>
              </a:extLst>
            </p:cNvPr>
            <p:cNvSpPr/>
            <p:nvPr/>
          </p:nvSpPr>
          <p:spPr>
            <a:xfrm>
              <a:off x="3067499" y="4082273"/>
              <a:ext cx="460449" cy="6305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25" y="0"/>
                  </a:moveTo>
                  <a:cubicBezTo>
                    <a:pt x="3192" y="2642"/>
                    <a:pt x="0" y="7071"/>
                    <a:pt x="0" y="11616"/>
                  </a:cubicBezTo>
                  <a:cubicBezTo>
                    <a:pt x="0" y="17055"/>
                    <a:pt x="4575" y="21600"/>
                    <a:pt x="11651" y="21600"/>
                  </a:cubicBezTo>
                  <a:cubicBezTo>
                    <a:pt x="18408" y="21600"/>
                    <a:pt x="21600" y="17365"/>
                    <a:pt x="21600" y="13014"/>
                  </a:cubicBezTo>
                  <a:cubicBezTo>
                    <a:pt x="21600" y="6255"/>
                    <a:pt x="13141" y="1476"/>
                    <a:pt x="6225" y="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5" name="Line">
              <a:extLst>
                <a:ext uri="{FF2B5EF4-FFF2-40B4-BE49-F238E27FC236}">
                  <a16:creationId xmlns:a16="http://schemas.microsoft.com/office/drawing/2014/main" id="{BAADC6FF-881A-34FC-DF19-42D403947D88}"/>
                </a:ext>
              </a:extLst>
            </p:cNvPr>
            <p:cNvSpPr/>
            <p:nvPr/>
          </p:nvSpPr>
          <p:spPr>
            <a:xfrm>
              <a:off x="2211249" y="3601412"/>
              <a:ext cx="912957" cy="7315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" y="17682"/>
                  </a:moveTo>
                  <a:cubicBezTo>
                    <a:pt x="80" y="17950"/>
                    <a:pt x="0" y="18285"/>
                    <a:pt x="0" y="18653"/>
                  </a:cubicBezTo>
                  <a:cubicBezTo>
                    <a:pt x="0" y="19423"/>
                    <a:pt x="698" y="20294"/>
                    <a:pt x="1315" y="20294"/>
                  </a:cubicBezTo>
                  <a:cubicBezTo>
                    <a:pt x="1878" y="20294"/>
                    <a:pt x="2227" y="20127"/>
                    <a:pt x="2495" y="20127"/>
                  </a:cubicBezTo>
                  <a:cubicBezTo>
                    <a:pt x="4159" y="20127"/>
                    <a:pt x="6064" y="21600"/>
                    <a:pt x="8774" y="21600"/>
                  </a:cubicBezTo>
                  <a:cubicBezTo>
                    <a:pt x="10384" y="21600"/>
                    <a:pt x="12262" y="20997"/>
                    <a:pt x="14624" y="19490"/>
                  </a:cubicBezTo>
                  <a:cubicBezTo>
                    <a:pt x="19641" y="16342"/>
                    <a:pt x="21600" y="8607"/>
                    <a:pt x="21600" y="7267"/>
                  </a:cubicBezTo>
                  <a:cubicBezTo>
                    <a:pt x="21600" y="5626"/>
                    <a:pt x="20527" y="5827"/>
                    <a:pt x="19641" y="4287"/>
                  </a:cubicBezTo>
                  <a:cubicBezTo>
                    <a:pt x="18756" y="2780"/>
                    <a:pt x="19078" y="1440"/>
                    <a:pt x="18514" y="703"/>
                  </a:cubicBezTo>
                  <a:cubicBezTo>
                    <a:pt x="18192" y="301"/>
                    <a:pt x="17200" y="268"/>
                    <a:pt x="15938" y="100"/>
                  </a:cubicBezTo>
                  <a:cubicBezTo>
                    <a:pt x="15509" y="33"/>
                    <a:pt x="14972" y="0"/>
                    <a:pt x="14409" y="0"/>
                  </a:cubicBezTo>
                  <a:cubicBezTo>
                    <a:pt x="12101" y="0"/>
                    <a:pt x="9364" y="368"/>
                    <a:pt x="6306" y="2813"/>
                  </a:cubicBezTo>
                  <a:cubicBezTo>
                    <a:pt x="241" y="7635"/>
                    <a:pt x="1154" y="15639"/>
                    <a:pt x="188" y="17648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6" name="Line">
              <a:extLst>
                <a:ext uri="{FF2B5EF4-FFF2-40B4-BE49-F238E27FC236}">
                  <a16:creationId xmlns:a16="http://schemas.microsoft.com/office/drawing/2014/main" id="{DE4DA3F4-E806-54D3-AB38-14491BAC9387}"/>
                </a:ext>
              </a:extLst>
            </p:cNvPr>
            <p:cNvSpPr/>
            <p:nvPr/>
          </p:nvSpPr>
          <p:spPr>
            <a:xfrm>
              <a:off x="2734072" y="3703481"/>
              <a:ext cx="256309" cy="307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01" y="9166"/>
                  </a:moveTo>
                  <a:cubicBezTo>
                    <a:pt x="16821" y="11079"/>
                    <a:pt x="21600" y="13550"/>
                    <a:pt x="21600" y="14985"/>
                  </a:cubicBezTo>
                  <a:cubicBezTo>
                    <a:pt x="21600" y="17854"/>
                    <a:pt x="19593" y="21600"/>
                    <a:pt x="15674" y="21600"/>
                  </a:cubicBezTo>
                  <a:cubicBezTo>
                    <a:pt x="6977" y="21600"/>
                    <a:pt x="0" y="10601"/>
                    <a:pt x="0" y="4384"/>
                  </a:cubicBezTo>
                  <a:cubicBezTo>
                    <a:pt x="0" y="478"/>
                    <a:pt x="2772" y="0"/>
                    <a:pt x="6499" y="0"/>
                  </a:cubicBezTo>
                  <a:cubicBezTo>
                    <a:pt x="8219" y="0"/>
                    <a:pt x="8984" y="239"/>
                    <a:pt x="10227" y="797"/>
                  </a:cubicBezTo>
                  <a:cubicBezTo>
                    <a:pt x="12425" y="1833"/>
                    <a:pt x="12425" y="5978"/>
                    <a:pt x="15196" y="9086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7" name="Line">
              <a:extLst>
                <a:ext uri="{FF2B5EF4-FFF2-40B4-BE49-F238E27FC236}">
                  <a16:creationId xmlns:a16="http://schemas.microsoft.com/office/drawing/2014/main" id="{AC264AF2-0F0A-9513-D825-91FA20A18F3C}"/>
                </a:ext>
              </a:extLst>
            </p:cNvPr>
            <p:cNvSpPr/>
            <p:nvPr/>
          </p:nvSpPr>
          <p:spPr>
            <a:xfrm>
              <a:off x="2438070" y="3831635"/>
              <a:ext cx="311881" cy="362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38" y="21600"/>
                  </a:moveTo>
                  <a:cubicBezTo>
                    <a:pt x="7383" y="21600"/>
                    <a:pt x="0" y="14445"/>
                    <a:pt x="0" y="7897"/>
                  </a:cubicBezTo>
                  <a:cubicBezTo>
                    <a:pt x="0" y="4387"/>
                    <a:pt x="3063" y="0"/>
                    <a:pt x="5263" y="0"/>
                  </a:cubicBezTo>
                  <a:cubicBezTo>
                    <a:pt x="6048" y="0"/>
                    <a:pt x="6519" y="540"/>
                    <a:pt x="6676" y="1755"/>
                  </a:cubicBezTo>
                  <a:cubicBezTo>
                    <a:pt x="7933" y="10327"/>
                    <a:pt x="14452" y="15255"/>
                    <a:pt x="20579" y="17752"/>
                  </a:cubicBezTo>
                  <a:cubicBezTo>
                    <a:pt x="21207" y="18090"/>
                    <a:pt x="21600" y="18292"/>
                    <a:pt x="21600" y="18630"/>
                  </a:cubicBezTo>
                  <a:cubicBezTo>
                    <a:pt x="21600" y="19845"/>
                    <a:pt x="17751" y="21600"/>
                    <a:pt x="14060" y="216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8" name="Line">
              <a:extLst>
                <a:ext uri="{FF2B5EF4-FFF2-40B4-BE49-F238E27FC236}">
                  <a16:creationId xmlns:a16="http://schemas.microsoft.com/office/drawing/2014/main" id="{70D66A6C-4C16-09E6-B0F1-A7273E0E9897}"/>
                </a:ext>
              </a:extLst>
            </p:cNvPr>
            <p:cNvSpPr/>
            <p:nvPr/>
          </p:nvSpPr>
          <p:spPr>
            <a:xfrm>
              <a:off x="2455082" y="2922082"/>
              <a:ext cx="463850" cy="52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85" y="21600"/>
                  </a:moveTo>
                  <a:cubicBezTo>
                    <a:pt x="21072" y="19653"/>
                    <a:pt x="21600" y="17243"/>
                    <a:pt x="21600" y="14601"/>
                  </a:cubicBezTo>
                  <a:cubicBezTo>
                    <a:pt x="21600" y="8807"/>
                    <a:pt x="18537" y="0"/>
                    <a:pt x="9189" y="0"/>
                  </a:cubicBezTo>
                  <a:cubicBezTo>
                    <a:pt x="3855" y="0"/>
                    <a:pt x="0" y="3755"/>
                    <a:pt x="0" y="8204"/>
                  </a:cubicBezTo>
                  <a:cubicBezTo>
                    <a:pt x="0" y="17753"/>
                    <a:pt x="10879" y="21600"/>
                    <a:pt x="20333" y="21554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9" name="Line">
              <a:extLst>
                <a:ext uri="{FF2B5EF4-FFF2-40B4-BE49-F238E27FC236}">
                  <a16:creationId xmlns:a16="http://schemas.microsoft.com/office/drawing/2014/main" id="{0DEB500D-2B5A-607D-BAE8-132490290E51}"/>
                </a:ext>
              </a:extLst>
            </p:cNvPr>
            <p:cNvSpPr/>
            <p:nvPr/>
          </p:nvSpPr>
          <p:spPr>
            <a:xfrm>
              <a:off x="2129593" y="4630046"/>
              <a:ext cx="561384" cy="331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4"/>
                  </a:moveTo>
                  <a:cubicBezTo>
                    <a:pt x="0" y="14721"/>
                    <a:pt x="2618" y="21600"/>
                    <a:pt x="7287" y="21600"/>
                  </a:cubicBezTo>
                  <a:cubicBezTo>
                    <a:pt x="10909" y="21600"/>
                    <a:pt x="15796" y="17162"/>
                    <a:pt x="21600" y="8655"/>
                  </a:cubicBezTo>
                  <a:cubicBezTo>
                    <a:pt x="17193" y="10430"/>
                    <a:pt x="13745" y="11540"/>
                    <a:pt x="10691" y="11540"/>
                  </a:cubicBezTo>
                  <a:cubicBezTo>
                    <a:pt x="6589" y="11540"/>
                    <a:pt x="3447" y="8877"/>
                    <a:pt x="0" y="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0" name="Line">
              <a:extLst>
                <a:ext uri="{FF2B5EF4-FFF2-40B4-BE49-F238E27FC236}">
                  <a16:creationId xmlns:a16="http://schemas.microsoft.com/office/drawing/2014/main" id="{D0066544-737C-18E4-7C36-5BD8FD71564D}"/>
                </a:ext>
              </a:extLst>
            </p:cNvPr>
            <p:cNvSpPr/>
            <p:nvPr/>
          </p:nvSpPr>
          <p:spPr>
            <a:xfrm>
              <a:off x="2229395" y="4369202"/>
              <a:ext cx="407145" cy="2597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" y="0"/>
                  </a:moveTo>
                  <a:cubicBezTo>
                    <a:pt x="0" y="1226"/>
                    <a:pt x="0" y="2452"/>
                    <a:pt x="0" y="3679"/>
                  </a:cubicBezTo>
                  <a:cubicBezTo>
                    <a:pt x="0" y="15186"/>
                    <a:pt x="3911" y="21600"/>
                    <a:pt x="9085" y="21600"/>
                  </a:cubicBezTo>
                  <a:cubicBezTo>
                    <a:pt x="12996" y="21600"/>
                    <a:pt x="17509" y="17921"/>
                    <a:pt x="21600" y="9810"/>
                  </a:cubicBezTo>
                  <a:cubicBezTo>
                    <a:pt x="19855" y="10281"/>
                    <a:pt x="17870" y="10564"/>
                    <a:pt x="15944" y="10564"/>
                  </a:cubicBezTo>
                  <a:cubicBezTo>
                    <a:pt x="10168" y="10564"/>
                    <a:pt x="3911" y="8112"/>
                    <a:pt x="120" y="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1" name="Line">
              <a:extLst>
                <a:ext uri="{FF2B5EF4-FFF2-40B4-BE49-F238E27FC236}">
                  <a16:creationId xmlns:a16="http://schemas.microsoft.com/office/drawing/2014/main" id="{FA7AEB6A-78E9-B51F-7E49-8CC8D262EFBF}"/>
                </a:ext>
              </a:extLst>
            </p:cNvPr>
            <p:cNvSpPr/>
            <p:nvPr/>
          </p:nvSpPr>
          <p:spPr>
            <a:xfrm>
              <a:off x="2745413" y="4327240"/>
              <a:ext cx="300539" cy="4218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079" y="0"/>
                  </a:moveTo>
                  <a:cubicBezTo>
                    <a:pt x="10189" y="929"/>
                    <a:pt x="0" y="5168"/>
                    <a:pt x="0" y="12716"/>
                  </a:cubicBezTo>
                  <a:cubicBezTo>
                    <a:pt x="0" y="18174"/>
                    <a:pt x="5950" y="21600"/>
                    <a:pt x="13368" y="21600"/>
                  </a:cubicBezTo>
                  <a:cubicBezTo>
                    <a:pt x="17198" y="21600"/>
                    <a:pt x="19970" y="20961"/>
                    <a:pt x="21600" y="20090"/>
                  </a:cubicBezTo>
                  <a:cubicBezTo>
                    <a:pt x="15650" y="16026"/>
                    <a:pt x="13531" y="11497"/>
                    <a:pt x="13531" y="6968"/>
                  </a:cubicBezTo>
                  <a:cubicBezTo>
                    <a:pt x="13531" y="3774"/>
                    <a:pt x="14183" y="1858"/>
                    <a:pt x="14998" y="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2" name="Shape">
              <a:extLst>
                <a:ext uri="{FF2B5EF4-FFF2-40B4-BE49-F238E27FC236}">
                  <a16:creationId xmlns:a16="http://schemas.microsoft.com/office/drawing/2014/main" id="{51325B7D-1E52-54E7-BE87-98183AC51A28}"/>
                </a:ext>
              </a:extLst>
            </p:cNvPr>
            <p:cNvSpPr/>
            <p:nvPr/>
          </p:nvSpPr>
          <p:spPr>
            <a:xfrm>
              <a:off x="3060695" y="3400675"/>
              <a:ext cx="235895" cy="235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719"/>
                    <a:pt x="4881" y="21600"/>
                    <a:pt x="10800" y="21600"/>
                  </a:cubicBezTo>
                  <a:cubicBezTo>
                    <a:pt x="16719" y="21600"/>
                    <a:pt x="21600" y="16719"/>
                    <a:pt x="21600" y="10800"/>
                  </a:cubicBezTo>
                  <a:cubicBezTo>
                    <a:pt x="21600" y="4881"/>
                    <a:pt x="16719" y="0"/>
                    <a:pt x="10800" y="0"/>
                  </a:cubicBezTo>
                  <a:cubicBezTo>
                    <a:pt x="4881" y="0"/>
                    <a:pt x="0" y="4881"/>
                    <a:pt x="0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3" name="Shape">
              <a:extLst>
                <a:ext uri="{FF2B5EF4-FFF2-40B4-BE49-F238E27FC236}">
                  <a16:creationId xmlns:a16="http://schemas.microsoft.com/office/drawing/2014/main" id="{589042AB-7E98-DBEA-79FB-CB32FF42DF26}"/>
                </a:ext>
              </a:extLst>
            </p:cNvPr>
            <p:cNvSpPr/>
            <p:nvPr/>
          </p:nvSpPr>
          <p:spPr>
            <a:xfrm>
              <a:off x="3214933" y="3666056"/>
              <a:ext cx="235895" cy="235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719"/>
                    <a:pt x="4881" y="21600"/>
                    <a:pt x="10800" y="21600"/>
                  </a:cubicBezTo>
                  <a:cubicBezTo>
                    <a:pt x="16719" y="21600"/>
                    <a:pt x="21600" y="16719"/>
                    <a:pt x="21600" y="10800"/>
                  </a:cubicBezTo>
                  <a:cubicBezTo>
                    <a:pt x="21600" y="4881"/>
                    <a:pt x="16719" y="0"/>
                    <a:pt x="10800" y="0"/>
                  </a:cubicBezTo>
                  <a:cubicBezTo>
                    <a:pt x="4881" y="0"/>
                    <a:pt x="0" y="4881"/>
                    <a:pt x="0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4" name="Line">
              <a:extLst>
                <a:ext uri="{FF2B5EF4-FFF2-40B4-BE49-F238E27FC236}">
                  <a16:creationId xmlns:a16="http://schemas.microsoft.com/office/drawing/2014/main" id="{743B9CA2-F282-67B5-2602-2855DA47341F}"/>
                </a:ext>
              </a:extLst>
            </p:cNvPr>
            <p:cNvSpPr/>
            <p:nvPr/>
          </p:nvSpPr>
          <p:spPr>
            <a:xfrm>
              <a:off x="7819406" y="5119980"/>
              <a:ext cx="226823" cy="2245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473"/>
                  </a:moveTo>
                  <a:cubicBezTo>
                    <a:pt x="0" y="4800"/>
                    <a:pt x="5076" y="0"/>
                    <a:pt x="10584" y="0"/>
                  </a:cubicBezTo>
                  <a:cubicBezTo>
                    <a:pt x="16740" y="0"/>
                    <a:pt x="21600" y="4800"/>
                    <a:pt x="21600" y="10473"/>
                  </a:cubicBezTo>
                  <a:cubicBezTo>
                    <a:pt x="21600" y="17018"/>
                    <a:pt x="16848" y="21600"/>
                    <a:pt x="10584" y="21600"/>
                  </a:cubicBezTo>
                  <a:cubicBezTo>
                    <a:pt x="5076" y="21600"/>
                    <a:pt x="0" y="17018"/>
                    <a:pt x="0" y="10582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5" name="Shape">
              <a:extLst>
                <a:ext uri="{FF2B5EF4-FFF2-40B4-BE49-F238E27FC236}">
                  <a16:creationId xmlns:a16="http://schemas.microsoft.com/office/drawing/2014/main" id="{32021D27-B368-DB94-66E8-BA4E93E231D1}"/>
                </a:ext>
              </a:extLst>
            </p:cNvPr>
            <p:cNvSpPr/>
            <p:nvPr/>
          </p:nvSpPr>
          <p:spPr>
            <a:xfrm>
              <a:off x="6782833" y="4202488"/>
              <a:ext cx="235895" cy="235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719"/>
                    <a:pt x="4881" y="21600"/>
                    <a:pt x="10800" y="21600"/>
                  </a:cubicBezTo>
                  <a:cubicBezTo>
                    <a:pt x="16719" y="21600"/>
                    <a:pt x="21600" y="16719"/>
                    <a:pt x="21600" y="10800"/>
                  </a:cubicBezTo>
                  <a:cubicBezTo>
                    <a:pt x="21600" y="4881"/>
                    <a:pt x="16719" y="0"/>
                    <a:pt x="10800" y="0"/>
                  </a:cubicBezTo>
                  <a:cubicBezTo>
                    <a:pt x="4881" y="0"/>
                    <a:pt x="0" y="4881"/>
                    <a:pt x="0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6" name="Shape">
              <a:extLst>
                <a:ext uri="{FF2B5EF4-FFF2-40B4-BE49-F238E27FC236}">
                  <a16:creationId xmlns:a16="http://schemas.microsoft.com/office/drawing/2014/main" id="{1415AD8E-275B-2846-74CF-6B1929BF6DE9}"/>
                </a:ext>
              </a:extLst>
            </p:cNvPr>
            <p:cNvSpPr/>
            <p:nvPr/>
          </p:nvSpPr>
          <p:spPr>
            <a:xfrm>
              <a:off x="6683032" y="4568805"/>
              <a:ext cx="335696" cy="3356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711"/>
                    <a:pt x="4962" y="21600"/>
                    <a:pt x="10800" y="21600"/>
                  </a:cubicBezTo>
                  <a:cubicBezTo>
                    <a:pt x="16711" y="21600"/>
                    <a:pt x="21600" y="16638"/>
                    <a:pt x="21600" y="10800"/>
                  </a:cubicBezTo>
                  <a:cubicBezTo>
                    <a:pt x="21600" y="4889"/>
                    <a:pt x="16638" y="0"/>
                    <a:pt x="10800" y="0"/>
                  </a:cubicBezTo>
                  <a:cubicBezTo>
                    <a:pt x="4889" y="0"/>
                    <a:pt x="0" y="4962"/>
                    <a:pt x="0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7" name="Line">
              <a:extLst>
                <a:ext uri="{FF2B5EF4-FFF2-40B4-BE49-F238E27FC236}">
                  <a16:creationId xmlns:a16="http://schemas.microsoft.com/office/drawing/2014/main" id="{11DD2D56-947E-D73F-2A08-812521E1F317}"/>
                </a:ext>
              </a:extLst>
            </p:cNvPr>
            <p:cNvSpPr/>
            <p:nvPr/>
          </p:nvSpPr>
          <p:spPr>
            <a:xfrm>
              <a:off x="7055019" y="4368056"/>
              <a:ext cx="359512" cy="3595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3" extrusionOk="0">
                  <a:moveTo>
                    <a:pt x="0" y="10733"/>
                  </a:moveTo>
                  <a:cubicBezTo>
                    <a:pt x="0" y="16778"/>
                    <a:pt x="4770" y="21533"/>
                    <a:pt x="10766" y="21533"/>
                  </a:cubicBezTo>
                  <a:cubicBezTo>
                    <a:pt x="16830" y="21533"/>
                    <a:pt x="21600" y="16778"/>
                    <a:pt x="21600" y="10733"/>
                  </a:cubicBezTo>
                  <a:cubicBezTo>
                    <a:pt x="21600" y="4756"/>
                    <a:pt x="16762" y="-67"/>
                    <a:pt x="10766" y="1"/>
                  </a:cubicBezTo>
                  <a:cubicBezTo>
                    <a:pt x="4770" y="1"/>
                    <a:pt x="0" y="4756"/>
                    <a:pt x="0" y="10801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8" name="Shape">
              <a:extLst>
                <a:ext uri="{FF2B5EF4-FFF2-40B4-BE49-F238E27FC236}">
                  <a16:creationId xmlns:a16="http://schemas.microsoft.com/office/drawing/2014/main" id="{C88F4866-103C-C531-BC32-211FA1B5A25E}"/>
                </a:ext>
              </a:extLst>
            </p:cNvPr>
            <p:cNvSpPr/>
            <p:nvPr/>
          </p:nvSpPr>
          <p:spPr>
            <a:xfrm>
              <a:off x="7068628" y="4051652"/>
              <a:ext cx="223420" cy="224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800"/>
                    <a:pt x="4824" y="21600"/>
                    <a:pt x="10745" y="21600"/>
                  </a:cubicBezTo>
                  <a:cubicBezTo>
                    <a:pt x="16776" y="21600"/>
                    <a:pt x="21600" y="16800"/>
                    <a:pt x="21600" y="10800"/>
                  </a:cubicBezTo>
                  <a:cubicBezTo>
                    <a:pt x="21600" y="4800"/>
                    <a:pt x="16776" y="0"/>
                    <a:pt x="10745" y="0"/>
                  </a:cubicBezTo>
                  <a:cubicBezTo>
                    <a:pt x="4824" y="0"/>
                    <a:pt x="0" y="4800"/>
                    <a:pt x="0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9" name="Shape">
              <a:extLst>
                <a:ext uri="{FF2B5EF4-FFF2-40B4-BE49-F238E27FC236}">
                  <a16:creationId xmlns:a16="http://schemas.microsoft.com/office/drawing/2014/main" id="{B6CB0D63-032B-5FE7-4812-1AB049C2936D}"/>
                </a:ext>
              </a:extLst>
            </p:cNvPr>
            <p:cNvSpPr/>
            <p:nvPr/>
          </p:nvSpPr>
          <p:spPr>
            <a:xfrm>
              <a:off x="7602792" y="3768125"/>
              <a:ext cx="224554" cy="224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800"/>
                    <a:pt x="4800" y="21600"/>
                    <a:pt x="10800" y="21600"/>
                  </a:cubicBezTo>
                  <a:cubicBezTo>
                    <a:pt x="16800" y="21600"/>
                    <a:pt x="21600" y="16800"/>
                    <a:pt x="21600" y="10800"/>
                  </a:cubicBezTo>
                  <a:cubicBezTo>
                    <a:pt x="21600" y="4800"/>
                    <a:pt x="16800" y="0"/>
                    <a:pt x="10800" y="0"/>
                  </a:cubicBezTo>
                  <a:cubicBezTo>
                    <a:pt x="4800" y="0"/>
                    <a:pt x="0" y="4800"/>
                    <a:pt x="0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0" name="Shape">
              <a:extLst>
                <a:ext uri="{FF2B5EF4-FFF2-40B4-BE49-F238E27FC236}">
                  <a16:creationId xmlns:a16="http://schemas.microsoft.com/office/drawing/2014/main" id="{A984E934-9BDA-7BC7-D25A-234D857B9804}"/>
                </a:ext>
              </a:extLst>
            </p:cNvPr>
            <p:cNvSpPr/>
            <p:nvPr/>
          </p:nvSpPr>
          <p:spPr>
            <a:xfrm>
              <a:off x="7381630" y="4053920"/>
              <a:ext cx="377681" cy="3776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2" h="21600" extrusionOk="0">
                  <a:moveTo>
                    <a:pt x="0" y="10832"/>
                  </a:moveTo>
                  <a:cubicBezTo>
                    <a:pt x="0" y="16735"/>
                    <a:pt x="4901" y="21600"/>
                    <a:pt x="10768" y="21600"/>
                  </a:cubicBezTo>
                  <a:cubicBezTo>
                    <a:pt x="16636" y="21600"/>
                    <a:pt x="21536" y="16670"/>
                    <a:pt x="21472" y="10768"/>
                  </a:cubicBezTo>
                  <a:cubicBezTo>
                    <a:pt x="21472" y="4865"/>
                    <a:pt x="16571" y="0"/>
                    <a:pt x="10704" y="0"/>
                  </a:cubicBezTo>
                  <a:cubicBezTo>
                    <a:pt x="4836" y="0"/>
                    <a:pt x="-64" y="4930"/>
                    <a:pt x="0" y="10832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1" name="Line">
              <a:extLst>
                <a:ext uri="{FF2B5EF4-FFF2-40B4-BE49-F238E27FC236}">
                  <a16:creationId xmlns:a16="http://schemas.microsoft.com/office/drawing/2014/main" id="{25C77CAD-094A-CB88-A862-ECB92D6B3753}"/>
                </a:ext>
              </a:extLst>
            </p:cNvPr>
            <p:cNvSpPr/>
            <p:nvPr/>
          </p:nvSpPr>
          <p:spPr>
            <a:xfrm>
              <a:off x="7078835" y="4816040"/>
              <a:ext cx="235895" cy="235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719"/>
                    <a:pt x="4881" y="21600"/>
                    <a:pt x="10800" y="21600"/>
                  </a:cubicBezTo>
                  <a:cubicBezTo>
                    <a:pt x="16719" y="21600"/>
                    <a:pt x="21600" y="16719"/>
                    <a:pt x="21600" y="10800"/>
                  </a:cubicBezTo>
                  <a:cubicBezTo>
                    <a:pt x="21600" y="4881"/>
                    <a:pt x="16719" y="0"/>
                    <a:pt x="10800" y="0"/>
                  </a:cubicBezTo>
                  <a:cubicBezTo>
                    <a:pt x="4881" y="0"/>
                    <a:pt x="0" y="4881"/>
                    <a:pt x="104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2" name="Shape">
              <a:extLst>
                <a:ext uri="{FF2B5EF4-FFF2-40B4-BE49-F238E27FC236}">
                  <a16:creationId xmlns:a16="http://schemas.microsoft.com/office/drawing/2014/main" id="{EE12957C-CE08-8C87-8BD2-5A02CBCE82C7}"/>
                </a:ext>
              </a:extLst>
            </p:cNvPr>
            <p:cNvSpPr/>
            <p:nvPr/>
          </p:nvSpPr>
          <p:spPr>
            <a:xfrm>
              <a:off x="7464431" y="4580146"/>
              <a:ext cx="235895" cy="235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719"/>
                    <a:pt x="4881" y="21600"/>
                    <a:pt x="10800" y="21600"/>
                  </a:cubicBezTo>
                  <a:cubicBezTo>
                    <a:pt x="16719" y="21600"/>
                    <a:pt x="21600" y="16719"/>
                    <a:pt x="21600" y="10800"/>
                  </a:cubicBezTo>
                  <a:cubicBezTo>
                    <a:pt x="21600" y="4881"/>
                    <a:pt x="16719" y="0"/>
                    <a:pt x="10800" y="0"/>
                  </a:cubicBezTo>
                  <a:cubicBezTo>
                    <a:pt x="4881" y="0"/>
                    <a:pt x="0" y="4881"/>
                    <a:pt x="0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3" name="Line">
              <a:extLst>
                <a:ext uri="{FF2B5EF4-FFF2-40B4-BE49-F238E27FC236}">
                  <a16:creationId xmlns:a16="http://schemas.microsoft.com/office/drawing/2014/main" id="{01281C76-57C4-F5EF-41E6-FADBDB0C7B3C}"/>
                </a:ext>
              </a:extLst>
            </p:cNvPr>
            <p:cNvSpPr/>
            <p:nvPr/>
          </p:nvSpPr>
          <p:spPr>
            <a:xfrm>
              <a:off x="7354423" y="4909037"/>
              <a:ext cx="408289" cy="4071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1" h="21600" extrusionOk="0">
                  <a:moveTo>
                    <a:pt x="60" y="10830"/>
                  </a:moveTo>
                  <a:cubicBezTo>
                    <a:pt x="60" y="16787"/>
                    <a:pt x="4906" y="21600"/>
                    <a:pt x="10830" y="21600"/>
                  </a:cubicBezTo>
                  <a:cubicBezTo>
                    <a:pt x="16753" y="21600"/>
                    <a:pt x="21600" y="16726"/>
                    <a:pt x="21540" y="10770"/>
                  </a:cubicBezTo>
                  <a:cubicBezTo>
                    <a:pt x="21540" y="4813"/>
                    <a:pt x="16694" y="0"/>
                    <a:pt x="10770" y="0"/>
                  </a:cubicBezTo>
                  <a:cubicBezTo>
                    <a:pt x="4847" y="0"/>
                    <a:pt x="0" y="4874"/>
                    <a:pt x="0" y="1083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4" name="Line">
              <a:extLst>
                <a:ext uri="{FF2B5EF4-FFF2-40B4-BE49-F238E27FC236}">
                  <a16:creationId xmlns:a16="http://schemas.microsoft.com/office/drawing/2014/main" id="{E22A2CCD-8A1A-AE07-62AF-07F2F43EB528}"/>
                </a:ext>
              </a:extLst>
            </p:cNvPr>
            <p:cNvSpPr/>
            <p:nvPr/>
          </p:nvSpPr>
          <p:spPr>
            <a:xfrm>
              <a:off x="7779713" y="4723043"/>
              <a:ext cx="277857" cy="277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8" y="10844"/>
                  </a:moveTo>
                  <a:cubicBezTo>
                    <a:pt x="88" y="16839"/>
                    <a:pt x="4937" y="21600"/>
                    <a:pt x="10844" y="21600"/>
                  </a:cubicBezTo>
                  <a:cubicBezTo>
                    <a:pt x="16839" y="21600"/>
                    <a:pt x="21600" y="16751"/>
                    <a:pt x="21600" y="10756"/>
                  </a:cubicBezTo>
                  <a:cubicBezTo>
                    <a:pt x="21600" y="4761"/>
                    <a:pt x="16751" y="0"/>
                    <a:pt x="10756" y="0"/>
                  </a:cubicBezTo>
                  <a:cubicBezTo>
                    <a:pt x="4849" y="0"/>
                    <a:pt x="0" y="4849"/>
                    <a:pt x="0" y="10756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5" name="Line">
              <a:extLst>
                <a:ext uri="{FF2B5EF4-FFF2-40B4-BE49-F238E27FC236}">
                  <a16:creationId xmlns:a16="http://schemas.microsoft.com/office/drawing/2014/main" id="{99EC79E7-756D-3362-F3B1-A9797C566885}"/>
                </a:ext>
              </a:extLst>
            </p:cNvPr>
            <p:cNvSpPr/>
            <p:nvPr/>
          </p:nvSpPr>
          <p:spPr>
            <a:xfrm>
              <a:off x="7770640" y="4365800"/>
              <a:ext cx="248370" cy="2483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9" y="10849"/>
                  </a:moveTo>
                  <a:cubicBezTo>
                    <a:pt x="99" y="16767"/>
                    <a:pt x="5030" y="21600"/>
                    <a:pt x="10849" y="21600"/>
                  </a:cubicBezTo>
                  <a:cubicBezTo>
                    <a:pt x="16767" y="21600"/>
                    <a:pt x="21600" y="16668"/>
                    <a:pt x="21600" y="10751"/>
                  </a:cubicBezTo>
                  <a:cubicBezTo>
                    <a:pt x="21600" y="4833"/>
                    <a:pt x="16668" y="0"/>
                    <a:pt x="10751" y="0"/>
                  </a:cubicBezTo>
                  <a:cubicBezTo>
                    <a:pt x="4932" y="0"/>
                    <a:pt x="0" y="4833"/>
                    <a:pt x="0" y="10751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6" name="Line">
              <a:extLst>
                <a:ext uri="{FF2B5EF4-FFF2-40B4-BE49-F238E27FC236}">
                  <a16:creationId xmlns:a16="http://schemas.microsoft.com/office/drawing/2014/main" id="{0DE65471-2B19-59B7-6349-955FB8BE10F6}"/>
                </a:ext>
              </a:extLst>
            </p:cNvPr>
            <p:cNvSpPr/>
            <p:nvPr/>
          </p:nvSpPr>
          <p:spPr>
            <a:xfrm>
              <a:off x="7011922" y="8362391"/>
              <a:ext cx="1227104" cy="850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725" y="0"/>
                  </a:moveTo>
                  <a:cubicBezTo>
                    <a:pt x="17368" y="1498"/>
                    <a:pt x="14214" y="4867"/>
                    <a:pt x="8963" y="4867"/>
                  </a:cubicBezTo>
                  <a:cubicBezTo>
                    <a:pt x="6149" y="4867"/>
                    <a:pt x="4911" y="3600"/>
                    <a:pt x="4492" y="3600"/>
                  </a:cubicBezTo>
                  <a:cubicBezTo>
                    <a:pt x="3973" y="3600"/>
                    <a:pt x="3394" y="4349"/>
                    <a:pt x="2835" y="5328"/>
                  </a:cubicBezTo>
                  <a:cubicBezTo>
                    <a:pt x="1597" y="7430"/>
                    <a:pt x="0" y="11318"/>
                    <a:pt x="0" y="15610"/>
                  </a:cubicBezTo>
                  <a:cubicBezTo>
                    <a:pt x="0" y="18605"/>
                    <a:pt x="1617" y="21600"/>
                    <a:pt x="4611" y="21600"/>
                  </a:cubicBezTo>
                  <a:cubicBezTo>
                    <a:pt x="14333" y="21600"/>
                    <a:pt x="21600" y="12816"/>
                    <a:pt x="21600" y="5702"/>
                  </a:cubicBezTo>
                  <a:cubicBezTo>
                    <a:pt x="21600" y="1670"/>
                    <a:pt x="19943" y="0"/>
                    <a:pt x="18745" y="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7" name="Shape">
              <a:extLst>
                <a:ext uri="{FF2B5EF4-FFF2-40B4-BE49-F238E27FC236}">
                  <a16:creationId xmlns:a16="http://schemas.microsoft.com/office/drawing/2014/main" id="{B88E61D9-C5E8-096C-70F8-1A7CDDE35DF3}"/>
                </a:ext>
              </a:extLst>
            </p:cNvPr>
            <p:cNvSpPr/>
            <p:nvPr/>
          </p:nvSpPr>
          <p:spPr>
            <a:xfrm>
              <a:off x="7314728" y="8040305"/>
              <a:ext cx="637369" cy="3867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01" y="16152"/>
                  </a:moveTo>
                  <a:cubicBezTo>
                    <a:pt x="21408" y="15012"/>
                    <a:pt x="21600" y="13175"/>
                    <a:pt x="21600" y="11338"/>
                  </a:cubicBezTo>
                  <a:lnTo>
                    <a:pt x="21600" y="7538"/>
                  </a:lnTo>
                  <a:cubicBezTo>
                    <a:pt x="21600" y="2787"/>
                    <a:pt x="17219" y="0"/>
                    <a:pt x="11223" y="0"/>
                  </a:cubicBezTo>
                  <a:cubicBezTo>
                    <a:pt x="3920" y="0"/>
                    <a:pt x="0" y="5448"/>
                    <a:pt x="0" y="7728"/>
                  </a:cubicBezTo>
                  <a:lnTo>
                    <a:pt x="0" y="15329"/>
                  </a:lnTo>
                  <a:cubicBezTo>
                    <a:pt x="0" y="18496"/>
                    <a:pt x="4420" y="21600"/>
                    <a:pt x="9801" y="21600"/>
                  </a:cubicBezTo>
                  <a:cubicBezTo>
                    <a:pt x="14105" y="21600"/>
                    <a:pt x="18026" y="19763"/>
                    <a:pt x="20601" y="16152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8" name="Line">
              <a:extLst>
                <a:ext uri="{FF2B5EF4-FFF2-40B4-BE49-F238E27FC236}">
                  <a16:creationId xmlns:a16="http://schemas.microsoft.com/office/drawing/2014/main" id="{527B640B-04B8-D69F-4998-DBE7B47802AA}"/>
                </a:ext>
              </a:extLst>
            </p:cNvPr>
            <p:cNvSpPr/>
            <p:nvPr/>
          </p:nvSpPr>
          <p:spPr>
            <a:xfrm>
              <a:off x="7474637" y="8620967"/>
              <a:ext cx="457046" cy="3753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1126" y="17554"/>
                    <a:pt x="1930" y="13312"/>
                    <a:pt x="1930" y="9201"/>
                  </a:cubicBezTo>
                  <a:cubicBezTo>
                    <a:pt x="1930" y="7831"/>
                    <a:pt x="1769" y="6852"/>
                    <a:pt x="1662" y="5286"/>
                  </a:cubicBezTo>
                  <a:lnTo>
                    <a:pt x="3484" y="5286"/>
                  </a:lnTo>
                  <a:cubicBezTo>
                    <a:pt x="14525" y="5286"/>
                    <a:pt x="19242" y="0"/>
                    <a:pt x="20046" y="0"/>
                  </a:cubicBezTo>
                  <a:cubicBezTo>
                    <a:pt x="20850" y="0"/>
                    <a:pt x="21600" y="522"/>
                    <a:pt x="21600" y="3589"/>
                  </a:cubicBezTo>
                  <a:cubicBezTo>
                    <a:pt x="21600" y="7309"/>
                    <a:pt x="20206" y="12268"/>
                    <a:pt x="15222" y="16184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9" name="Shape">
              <a:extLst>
                <a:ext uri="{FF2B5EF4-FFF2-40B4-BE49-F238E27FC236}">
                  <a16:creationId xmlns:a16="http://schemas.microsoft.com/office/drawing/2014/main" id="{646C0D84-4CA5-E075-D90F-B08E26EB6F32}"/>
                </a:ext>
              </a:extLst>
            </p:cNvPr>
            <p:cNvSpPr/>
            <p:nvPr/>
          </p:nvSpPr>
          <p:spPr>
            <a:xfrm>
              <a:off x="6578694" y="5015643"/>
              <a:ext cx="2440645" cy="19347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0" h="21600" extrusionOk="0">
                  <a:moveTo>
                    <a:pt x="1674" y="13"/>
                  </a:moveTo>
                  <a:cubicBezTo>
                    <a:pt x="1965" y="2811"/>
                    <a:pt x="4941" y="1393"/>
                    <a:pt x="4941" y="4786"/>
                  </a:cubicBezTo>
                  <a:cubicBezTo>
                    <a:pt x="4941" y="5280"/>
                    <a:pt x="4841" y="6001"/>
                    <a:pt x="4841" y="6634"/>
                  </a:cubicBezTo>
                  <a:cubicBezTo>
                    <a:pt x="4841" y="7356"/>
                    <a:pt x="4891" y="7989"/>
                    <a:pt x="5332" y="7989"/>
                  </a:cubicBezTo>
                  <a:cubicBezTo>
                    <a:pt x="5773" y="7989"/>
                    <a:pt x="5884" y="7597"/>
                    <a:pt x="5884" y="7065"/>
                  </a:cubicBezTo>
                  <a:cubicBezTo>
                    <a:pt x="5884" y="6533"/>
                    <a:pt x="5773" y="5875"/>
                    <a:pt x="5773" y="5520"/>
                  </a:cubicBezTo>
                  <a:cubicBezTo>
                    <a:pt x="5773" y="4368"/>
                    <a:pt x="6425" y="4102"/>
                    <a:pt x="6816" y="4102"/>
                  </a:cubicBezTo>
                  <a:cubicBezTo>
                    <a:pt x="7808" y="4102"/>
                    <a:pt x="8570" y="5381"/>
                    <a:pt x="10053" y="5381"/>
                  </a:cubicBezTo>
                  <a:cubicBezTo>
                    <a:pt x="9712" y="7495"/>
                    <a:pt x="6265" y="6938"/>
                    <a:pt x="6275" y="9243"/>
                  </a:cubicBezTo>
                  <a:cubicBezTo>
                    <a:pt x="6275" y="10395"/>
                    <a:pt x="7187" y="10661"/>
                    <a:pt x="7788" y="10661"/>
                  </a:cubicBezTo>
                  <a:cubicBezTo>
                    <a:pt x="8339" y="10661"/>
                    <a:pt x="8520" y="10559"/>
                    <a:pt x="8520" y="9964"/>
                  </a:cubicBezTo>
                  <a:cubicBezTo>
                    <a:pt x="8520" y="9635"/>
                    <a:pt x="8470" y="9268"/>
                    <a:pt x="8470" y="9040"/>
                  </a:cubicBezTo>
                  <a:cubicBezTo>
                    <a:pt x="8470" y="8913"/>
                    <a:pt x="8550" y="8774"/>
                    <a:pt x="8680" y="8774"/>
                  </a:cubicBezTo>
                  <a:cubicBezTo>
                    <a:pt x="9251" y="8774"/>
                    <a:pt x="12068" y="11471"/>
                    <a:pt x="12068" y="12294"/>
                  </a:cubicBezTo>
                  <a:cubicBezTo>
                    <a:pt x="12068" y="13054"/>
                    <a:pt x="9101" y="13813"/>
                    <a:pt x="8239" y="13813"/>
                  </a:cubicBezTo>
                  <a:cubicBezTo>
                    <a:pt x="7978" y="13813"/>
                    <a:pt x="7928" y="13585"/>
                    <a:pt x="7928" y="13446"/>
                  </a:cubicBezTo>
                  <a:cubicBezTo>
                    <a:pt x="7928" y="13218"/>
                    <a:pt x="8369" y="12522"/>
                    <a:pt x="8369" y="12129"/>
                  </a:cubicBezTo>
                  <a:cubicBezTo>
                    <a:pt x="8369" y="11838"/>
                    <a:pt x="7978" y="11636"/>
                    <a:pt x="6936" y="11636"/>
                  </a:cubicBezTo>
                  <a:cubicBezTo>
                    <a:pt x="6445" y="11636"/>
                    <a:pt x="6074" y="11699"/>
                    <a:pt x="6074" y="12193"/>
                  </a:cubicBezTo>
                  <a:cubicBezTo>
                    <a:pt x="6074" y="13079"/>
                    <a:pt x="7227" y="14168"/>
                    <a:pt x="7227" y="14991"/>
                  </a:cubicBezTo>
                  <a:cubicBezTo>
                    <a:pt x="7227" y="15649"/>
                    <a:pt x="6916" y="16042"/>
                    <a:pt x="6074" y="16042"/>
                  </a:cubicBezTo>
                  <a:cubicBezTo>
                    <a:pt x="5372" y="16042"/>
                    <a:pt x="4300" y="15345"/>
                    <a:pt x="4300" y="14193"/>
                  </a:cubicBezTo>
                  <a:cubicBezTo>
                    <a:pt x="4300" y="13269"/>
                    <a:pt x="5052" y="12345"/>
                    <a:pt x="5052" y="11788"/>
                  </a:cubicBezTo>
                  <a:cubicBezTo>
                    <a:pt x="5052" y="11623"/>
                    <a:pt x="4951" y="11357"/>
                    <a:pt x="4641" y="11357"/>
                  </a:cubicBezTo>
                  <a:cubicBezTo>
                    <a:pt x="3679" y="11357"/>
                    <a:pt x="3418" y="14586"/>
                    <a:pt x="0" y="14953"/>
                  </a:cubicBezTo>
                  <a:cubicBezTo>
                    <a:pt x="551" y="14332"/>
                    <a:pt x="1012" y="13636"/>
                    <a:pt x="1012" y="12218"/>
                  </a:cubicBezTo>
                  <a:cubicBezTo>
                    <a:pt x="1012" y="11522"/>
                    <a:pt x="882" y="10965"/>
                    <a:pt x="882" y="10205"/>
                  </a:cubicBezTo>
                  <a:cubicBezTo>
                    <a:pt x="882" y="9217"/>
                    <a:pt x="1243" y="8724"/>
                    <a:pt x="1764" y="8724"/>
                  </a:cubicBezTo>
                  <a:cubicBezTo>
                    <a:pt x="2726" y="8724"/>
                    <a:pt x="3197" y="10433"/>
                    <a:pt x="3829" y="10433"/>
                  </a:cubicBezTo>
                  <a:cubicBezTo>
                    <a:pt x="4170" y="10433"/>
                    <a:pt x="4530" y="10040"/>
                    <a:pt x="4530" y="9445"/>
                  </a:cubicBezTo>
                  <a:cubicBezTo>
                    <a:pt x="4530" y="6938"/>
                    <a:pt x="722" y="7306"/>
                    <a:pt x="722" y="3786"/>
                  </a:cubicBezTo>
                  <a:cubicBezTo>
                    <a:pt x="722" y="2836"/>
                    <a:pt x="982" y="1646"/>
                    <a:pt x="1684" y="0"/>
                  </a:cubicBezTo>
                  <a:moveTo>
                    <a:pt x="14123" y="9648"/>
                  </a:moveTo>
                  <a:cubicBezTo>
                    <a:pt x="14123" y="10471"/>
                    <a:pt x="14333" y="11420"/>
                    <a:pt x="14985" y="11420"/>
                  </a:cubicBezTo>
                  <a:cubicBezTo>
                    <a:pt x="15536" y="11420"/>
                    <a:pt x="15997" y="10370"/>
                    <a:pt x="15997" y="9217"/>
                  </a:cubicBezTo>
                  <a:cubicBezTo>
                    <a:pt x="15997" y="7901"/>
                    <a:pt x="15817" y="6875"/>
                    <a:pt x="15817" y="6356"/>
                  </a:cubicBezTo>
                  <a:cubicBezTo>
                    <a:pt x="15817" y="6128"/>
                    <a:pt x="15897" y="6027"/>
                    <a:pt x="15997" y="6027"/>
                  </a:cubicBezTo>
                  <a:cubicBezTo>
                    <a:pt x="16388" y="6065"/>
                    <a:pt x="16759" y="7407"/>
                    <a:pt x="17170" y="7407"/>
                  </a:cubicBezTo>
                  <a:cubicBezTo>
                    <a:pt x="17641" y="7407"/>
                    <a:pt x="18342" y="6318"/>
                    <a:pt x="18623" y="6318"/>
                  </a:cubicBezTo>
                  <a:cubicBezTo>
                    <a:pt x="18703" y="6318"/>
                    <a:pt x="18723" y="6445"/>
                    <a:pt x="18723" y="6483"/>
                  </a:cubicBezTo>
                  <a:cubicBezTo>
                    <a:pt x="18723" y="6976"/>
                    <a:pt x="18122" y="8065"/>
                    <a:pt x="18122" y="8496"/>
                  </a:cubicBezTo>
                  <a:cubicBezTo>
                    <a:pt x="18122" y="8863"/>
                    <a:pt x="19635" y="8926"/>
                    <a:pt x="19635" y="9255"/>
                  </a:cubicBezTo>
                  <a:cubicBezTo>
                    <a:pt x="19635" y="9749"/>
                    <a:pt x="18052" y="9749"/>
                    <a:pt x="17290" y="10180"/>
                  </a:cubicBezTo>
                  <a:cubicBezTo>
                    <a:pt x="16558" y="10572"/>
                    <a:pt x="16117" y="11066"/>
                    <a:pt x="16117" y="11724"/>
                  </a:cubicBezTo>
                  <a:cubicBezTo>
                    <a:pt x="16117" y="12383"/>
                    <a:pt x="16639" y="12509"/>
                    <a:pt x="17370" y="12509"/>
                  </a:cubicBezTo>
                  <a:cubicBezTo>
                    <a:pt x="19114" y="12509"/>
                    <a:pt x="20337" y="11319"/>
                    <a:pt x="20728" y="11319"/>
                  </a:cubicBezTo>
                  <a:cubicBezTo>
                    <a:pt x="20808" y="11319"/>
                    <a:pt x="20858" y="11382"/>
                    <a:pt x="20858" y="11484"/>
                  </a:cubicBezTo>
                  <a:cubicBezTo>
                    <a:pt x="20858" y="11813"/>
                    <a:pt x="19976" y="12902"/>
                    <a:pt x="19976" y="13396"/>
                  </a:cubicBezTo>
                  <a:cubicBezTo>
                    <a:pt x="19976" y="13953"/>
                    <a:pt x="21600" y="14611"/>
                    <a:pt x="21570" y="14940"/>
                  </a:cubicBezTo>
                  <a:cubicBezTo>
                    <a:pt x="21540" y="15042"/>
                    <a:pt x="21440" y="15067"/>
                    <a:pt x="21259" y="15067"/>
                  </a:cubicBezTo>
                  <a:cubicBezTo>
                    <a:pt x="20969" y="15067"/>
                    <a:pt x="20528" y="14966"/>
                    <a:pt x="20187" y="14966"/>
                  </a:cubicBezTo>
                  <a:cubicBezTo>
                    <a:pt x="19976" y="14966"/>
                    <a:pt x="19796" y="15004"/>
                    <a:pt x="19716" y="15130"/>
                  </a:cubicBezTo>
                  <a:cubicBezTo>
                    <a:pt x="19535" y="15396"/>
                    <a:pt x="19766" y="17143"/>
                    <a:pt x="19405" y="17143"/>
                  </a:cubicBezTo>
                  <a:cubicBezTo>
                    <a:pt x="19064" y="17143"/>
                    <a:pt x="18172" y="13256"/>
                    <a:pt x="16167" y="13256"/>
                  </a:cubicBezTo>
                  <a:cubicBezTo>
                    <a:pt x="15877" y="13256"/>
                    <a:pt x="15676" y="13547"/>
                    <a:pt x="15676" y="14041"/>
                  </a:cubicBezTo>
                  <a:cubicBezTo>
                    <a:pt x="15676" y="15358"/>
                    <a:pt x="16699" y="16877"/>
                    <a:pt x="17661" y="17599"/>
                  </a:cubicBezTo>
                  <a:cubicBezTo>
                    <a:pt x="18102" y="17966"/>
                    <a:pt x="18834" y="18321"/>
                    <a:pt x="18834" y="18523"/>
                  </a:cubicBezTo>
                  <a:cubicBezTo>
                    <a:pt x="18834" y="18916"/>
                    <a:pt x="17170" y="18561"/>
                    <a:pt x="17170" y="19220"/>
                  </a:cubicBezTo>
                  <a:cubicBezTo>
                    <a:pt x="17170" y="19815"/>
                    <a:pt x="17380" y="20701"/>
                    <a:pt x="17380" y="21233"/>
                  </a:cubicBezTo>
                  <a:cubicBezTo>
                    <a:pt x="17380" y="21397"/>
                    <a:pt x="17350" y="21600"/>
                    <a:pt x="17200" y="21600"/>
                  </a:cubicBezTo>
                  <a:cubicBezTo>
                    <a:pt x="16889" y="21600"/>
                    <a:pt x="16127" y="19789"/>
                    <a:pt x="15766" y="19789"/>
                  </a:cubicBezTo>
                  <a:cubicBezTo>
                    <a:pt x="15456" y="19789"/>
                    <a:pt x="14774" y="20878"/>
                    <a:pt x="14484" y="20878"/>
                  </a:cubicBezTo>
                  <a:cubicBezTo>
                    <a:pt x="14403" y="20878"/>
                    <a:pt x="14353" y="20777"/>
                    <a:pt x="14353" y="20688"/>
                  </a:cubicBezTo>
                  <a:cubicBezTo>
                    <a:pt x="14353" y="19929"/>
                    <a:pt x="15315" y="18219"/>
                    <a:pt x="15315" y="16536"/>
                  </a:cubicBezTo>
                  <a:cubicBezTo>
                    <a:pt x="15315" y="15751"/>
                    <a:pt x="15235" y="14029"/>
                    <a:pt x="14474" y="14029"/>
                  </a:cubicBezTo>
                  <a:cubicBezTo>
                    <a:pt x="13852" y="14029"/>
                    <a:pt x="13140" y="15282"/>
                    <a:pt x="12830" y="16536"/>
                  </a:cubicBezTo>
                  <a:cubicBezTo>
                    <a:pt x="12649" y="17257"/>
                    <a:pt x="12780" y="20055"/>
                    <a:pt x="12359" y="20055"/>
                  </a:cubicBezTo>
                  <a:cubicBezTo>
                    <a:pt x="11968" y="20055"/>
                    <a:pt x="12068" y="18181"/>
                    <a:pt x="11547" y="18181"/>
                  </a:cubicBezTo>
                  <a:cubicBezTo>
                    <a:pt x="11166" y="18181"/>
                    <a:pt x="10324" y="19068"/>
                    <a:pt x="10043" y="19068"/>
                  </a:cubicBezTo>
                  <a:cubicBezTo>
                    <a:pt x="9993" y="19068"/>
                    <a:pt x="9943" y="19030"/>
                    <a:pt x="9943" y="18966"/>
                  </a:cubicBezTo>
                  <a:cubicBezTo>
                    <a:pt x="9943" y="18574"/>
                    <a:pt x="10695" y="17283"/>
                    <a:pt x="10695" y="17017"/>
                  </a:cubicBezTo>
                  <a:cubicBezTo>
                    <a:pt x="10695" y="16523"/>
                    <a:pt x="8971" y="16460"/>
                    <a:pt x="8971" y="16067"/>
                  </a:cubicBezTo>
                  <a:cubicBezTo>
                    <a:pt x="8971" y="15839"/>
                    <a:pt x="9652" y="15675"/>
                    <a:pt x="10274" y="15535"/>
                  </a:cubicBezTo>
                  <a:cubicBezTo>
                    <a:pt x="11597" y="15231"/>
                    <a:pt x="13551" y="14016"/>
                    <a:pt x="13551" y="12307"/>
                  </a:cubicBezTo>
                  <a:cubicBezTo>
                    <a:pt x="13551" y="10395"/>
                    <a:pt x="12088" y="9572"/>
                    <a:pt x="11126" y="8787"/>
                  </a:cubicBezTo>
                  <a:cubicBezTo>
                    <a:pt x="10625" y="8394"/>
                    <a:pt x="10083" y="8065"/>
                    <a:pt x="10083" y="7799"/>
                  </a:cubicBezTo>
                  <a:cubicBezTo>
                    <a:pt x="10083" y="7533"/>
                    <a:pt x="10715" y="7533"/>
                    <a:pt x="10975" y="7533"/>
                  </a:cubicBezTo>
                  <a:cubicBezTo>
                    <a:pt x="11366" y="7533"/>
                    <a:pt x="11757" y="7495"/>
                    <a:pt x="11757" y="7103"/>
                  </a:cubicBezTo>
                  <a:cubicBezTo>
                    <a:pt x="11757" y="6799"/>
                    <a:pt x="11707" y="6217"/>
                    <a:pt x="11707" y="5748"/>
                  </a:cubicBezTo>
                  <a:cubicBezTo>
                    <a:pt x="11707" y="5419"/>
                    <a:pt x="11737" y="5153"/>
                    <a:pt x="11837" y="5153"/>
                  </a:cubicBezTo>
                  <a:cubicBezTo>
                    <a:pt x="12228" y="5153"/>
                    <a:pt x="12780" y="6761"/>
                    <a:pt x="13040" y="6761"/>
                  </a:cubicBezTo>
                  <a:cubicBezTo>
                    <a:pt x="13461" y="6761"/>
                    <a:pt x="14032" y="5444"/>
                    <a:pt x="14423" y="5444"/>
                  </a:cubicBezTo>
                  <a:cubicBezTo>
                    <a:pt x="14554" y="5444"/>
                    <a:pt x="14604" y="5546"/>
                    <a:pt x="14604" y="5837"/>
                  </a:cubicBezTo>
                  <a:cubicBezTo>
                    <a:pt x="14604" y="7052"/>
                    <a:pt x="14113" y="8432"/>
                    <a:pt x="14113" y="9623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0" name="Shape">
              <a:extLst>
                <a:ext uri="{FF2B5EF4-FFF2-40B4-BE49-F238E27FC236}">
                  <a16:creationId xmlns:a16="http://schemas.microsoft.com/office/drawing/2014/main" id="{41CCB4E7-6A81-8DD1-E3EE-DDAFC5176FEB}"/>
                </a:ext>
              </a:extLst>
            </p:cNvPr>
            <p:cNvSpPr/>
            <p:nvPr/>
          </p:nvSpPr>
          <p:spPr>
            <a:xfrm>
              <a:off x="5949264" y="6477506"/>
              <a:ext cx="1634248" cy="1711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977" y="2791"/>
                  </a:moveTo>
                  <a:cubicBezTo>
                    <a:pt x="13775" y="3020"/>
                    <a:pt x="14210" y="3607"/>
                    <a:pt x="14210" y="4094"/>
                  </a:cubicBezTo>
                  <a:cubicBezTo>
                    <a:pt x="14210" y="4910"/>
                    <a:pt x="13431" y="5167"/>
                    <a:pt x="12681" y="5167"/>
                  </a:cubicBezTo>
                  <a:cubicBezTo>
                    <a:pt x="12142" y="5167"/>
                    <a:pt x="11512" y="5053"/>
                    <a:pt x="10852" y="5053"/>
                  </a:cubicBezTo>
                  <a:cubicBezTo>
                    <a:pt x="9998" y="5053"/>
                    <a:pt x="9144" y="5239"/>
                    <a:pt x="8439" y="6026"/>
                  </a:cubicBezTo>
                  <a:cubicBezTo>
                    <a:pt x="8949" y="6098"/>
                    <a:pt x="9683" y="6441"/>
                    <a:pt x="9683" y="7186"/>
                  </a:cubicBezTo>
                  <a:cubicBezTo>
                    <a:pt x="9683" y="9347"/>
                    <a:pt x="3403" y="7558"/>
                    <a:pt x="3403" y="13112"/>
                  </a:cubicBezTo>
                  <a:cubicBezTo>
                    <a:pt x="3403" y="16046"/>
                    <a:pt x="6610" y="19252"/>
                    <a:pt x="11437" y="19252"/>
                  </a:cubicBezTo>
                  <a:cubicBezTo>
                    <a:pt x="13940" y="19252"/>
                    <a:pt x="15529" y="18465"/>
                    <a:pt x="15529" y="17578"/>
                  </a:cubicBezTo>
                  <a:cubicBezTo>
                    <a:pt x="15529" y="16876"/>
                    <a:pt x="14195" y="17349"/>
                    <a:pt x="14195" y="16762"/>
                  </a:cubicBezTo>
                  <a:cubicBezTo>
                    <a:pt x="14195" y="16504"/>
                    <a:pt x="14660" y="16017"/>
                    <a:pt x="14660" y="15602"/>
                  </a:cubicBezTo>
                  <a:cubicBezTo>
                    <a:pt x="14660" y="15416"/>
                    <a:pt x="14510" y="15087"/>
                    <a:pt x="14195" y="15087"/>
                  </a:cubicBezTo>
                  <a:cubicBezTo>
                    <a:pt x="13491" y="15087"/>
                    <a:pt x="12172" y="16161"/>
                    <a:pt x="9473" y="16175"/>
                  </a:cubicBezTo>
                  <a:cubicBezTo>
                    <a:pt x="7360" y="16175"/>
                    <a:pt x="5291" y="15030"/>
                    <a:pt x="5291" y="13455"/>
                  </a:cubicBezTo>
                  <a:cubicBezTo>
                    <a:pt x="5291" y="13126"/>
                    <a:pt x="5441" y="12940"/>
                    <a:pt x="5681" y="12926"/>
                  </a:cubicBezTo>
                  <a:cubicBezTo>
                    <a:pt x="5921" y="12926"/>
                    <a:pt x="6221" y="13069"/>
                    <a:pt x="6505" y="13069"/>
                  </a:cubicBezTo>
                  <a:cubicBezTo>
                    <a:pt x="6745" y="13069"/>
                    <a:pt x="6775" y="12911"/>
                    <a:pt x="6775" y="12511"/>
                  </a:cubicBezTo>
                  <a:cubicBezTo>
                    <a:pt x="6775" y="12095"/>
                    <a:pt x="6775" y="10950"/>
                    <a:pt x="7510" y="10950"/>
                  </a:cubicBezTo>
                  <a:cubicBezTo>
                    <a:pt x="8244" y="10950"/>
                    <a:pt x="9653" y="13555"/>
                    <a:pt x="15050" y="13555"/>
                  </a:cubicBezTo>
                  <a:cubicBezTo>
                    <a:pt x="16833" y="13555"/>
                    <a:pt x="20311" y="13212"/>
                    <a:pt x="21600" y="12095"/>
                  </a:cubicBezTo>
                  <a:cubicBezTo>
                    <a:pt x="21570" y="16189"/>
                    <a:pt x="18212" y="21600"/>
                    <a:pt x="11197" y="21600"/>
                  </a:cubicBezTo>
                  <a:cubicBezTo>
                    <a:pt x="3897" y="21600"/>
                    <a:pt x="0" y="16017"/>
                    <a:pt x="0" y="10879"/>
                  </a:cubicBezTo>
                  <a:cubicBezTo>
                    <a:pt x="0" y="5182"/>
                    <a:pt x="4857" y="0"/>
                    <a:pt x="11542" y="0"/>
                  </a:cubicBezTo>
                  <a:cubicBezTo>
                    <a:pt x="13251" y="0"/>
                    <a:pt x="14705" y="558"/>
                    <a:pt x="14705" y="1260"/>
                  </a:cubicBezTo>
                  <a:cubicBezTo>
                    <a:pt x="14705" y="2233"/>
                    <a:pt x="12172" y="1632"/>
                    <a:pt x="11977" y="2791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1" name="Line">
              <a:extLst>
                <a:ext uri="{FF2B5EF4-FFF2-40B4-BE49-F238E27FC236}">
                  <a16:creationId xmlns:a16="http://schemas.microsoft.com/office/drawing/2014/main" id="{E3487094-4648-101E-D627-7E95D67E9FEB}"/>
                </a:ext>
              </a:extLst>
            </p:cNvPr>
            <p:cNvSpPr/>
            <p:nvPr/>
          </p:nvSpPr>
          <p:spPr>
            <a:xfrm>
              <a:off x="7735482" y="6854029"/>
              <a:ext cx="390133" cy="5160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4" y="0"/>
                  </a:moveTo>
                  <a:cubicBezTo>
                    <a:pt x="2574" y="1329"/>
                    <a:pt x="3077" y="2706"/>
                    <a:pt x="3077" y="3940"/>
                  </a:cubicBezTo>
                  <a:cubicBezTo>
                    <a:pt x="3077" y="7406"/>
                    <a:pt x="0" y="10634"/>
                    <a:pt x="0" y="14194"/>
                  </a:cubicBezTo>
                  <a:cubicBezTo>
                    <a:pt x="0" y="18277"/>
                    <a:pt x="4081" y="21600"/>
                    <a:pt x="10298" y="21600"/>
                  </a:cubicBezTo>
                  <a:cubicBezTo>
                    <a:pt x="17016" y="21600"/>
                    <a:pt x="21600" y="17517"/>
                    <a:pt x="21600" y="12723"/>
                  </a:cubicBezTo>
                  <a:cubicBezTo>
                    <a:pt x="21600" y="6171"/>
                    <a:pt x="13751" y="617"/>
                    <a:pt x="1507" y="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2" name="Line">
              <a:extLst>
                <a:ext uri="{FF2B5EF4-FFF2-40B4-BE49-F238E27FC236}">
                  <a16:creationId xmlns:a16="http://schemas.microsoft.com/office/drawing/2014/main" id="{9B585387-1383-4D5B-1334-608E19A0F0DC}"/>
                </a:ext>
              </a:extLst>
            </p:cNvPr>
            <p:cNvSpPr/>
            <p:nvPr/>
          </p:nvSpPr>
          <p:spPr>
            <a:xfrm>
              <a:off x="6783966" y="7044559"/>
              <a:ext cx="286947" cy="362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6" h="21600" extrusionOk="0">
                  <a:moveTo>
                    <a:pt x="85" y="0"/>
                  </a:moveTo>
                  <a:cubicBezTo>
                    <a:pt x="2296" y="1755"/>
                    <a:pt x="2976" y="3510"/>
                    <a:pt x="2976" y="5265"/>
                  </a:cubicBezTo>
                  <a:cubicBezTo>
                    <a:pt x="2976" y="7898"/>
                    <a:pt x="1446" y="10732"/>
                    <a:pt x="1446" y="13702"/>
                  </a:cubicBezTo>
                  <a:cubicBezTo>
                    <a:pt x="1446" y="17888"/>
                    <a:pt x="5443" y="21600"/>
                    <a:pt x="11140" y="21600"/>
                  </a:cubicBezTo>
                  <a:cubicBezTo>
                    <a:pt x="17348" y="21600"/>
                    <a:pt x="21600" y="17752"/>
                    <a:pt x="21515" y="13162"/>
                  </a:cubicBezTo>
                  <a:cubicBezTo>
                    <a:pt x="21515" y="6480"/>
                    <a:pt x="12841" y="0"/>
                    <a:pt x="0" y="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3" name="Line">
              <a:extLst>
                <a:ext uri="{FF2B5EF4-FFF2-40B4-BE49-F238E27FC236}">
                  <a16:creationId xmlns:a16="http://schemas.microsoft.com/office/drawing/2014/main" id="{C0568416-B362-3AC4-F282-CCECE8A5CD0D}"/>
                </a:ext>
              </a:extLst>
            </p:cNvPr>
            <p:cNvSpPr/>
            <p:nvPr/>
          </p:nvSpPr>
          <p:spPr>
            <a:xfrm>
              <a:off x="7136674" y="6541016"/>
              <a:ext cx="519421" cy="8006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8" y="31"/>
                  </a:moveTo>
                  <a:cubicBezTo>
                    <a:pt x="14573" y="1622"/>
                    <a:pt x="21600" y="7893"/>
                    <a:pt x="21600" y="13798"/>
                  </a:cubicBezTo>
                  <a:cubicBezTo>
                    <a:pt x="21600" y="17867"/>
                    <a:pt x="17686" y="21600"/>
                    <a:pt x="10800" y="21600"/>
                  </a:cubicBezTo>
                  <a:cubicBezTo>
                    <a:pt x="4528" y="21600"/>
                    <a:pt x="0" y="18816"/>
                    <a:pt x="0" y="14349"/>
                  </a:cubicBezTo>
                  <a:cubicBezTo>
                    <a:pt x="0" y="11014"/>
                    <a:pt x="4009" y="7496"/>
                    <a:pt x="4009" y="4069"/>
                  </a:cubicBezTo>
                  <a:cubicBezTo>
                    <a:pt x="4009" y="2723"/>
                    <a:pt x="3396" y="1377"/>
                    <a:pt x="1698" y="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4" name="Shape">
              <a:extLst>
                <a:ext uri="{FF2B5EF4-FFF2-40B4-BE49-F238E27FC236}">
                  <a16:creationId xmlns:a16="http://schemas.microsoft.com/office/drawing/2014/main" id="{B354E934-E5BF-956C-8FBE-FC93BB562CDE}"/>
                </a:ext>
              </a:extLst>
            </p:cNvPr>
            <p:cNvSpPr/>
            <p:nvPr/>
          </p:nvSpPr>
          <p:spPr>
            <a:xfrm>
              <a:off x="7330606" y="6772374"/>
              <a:ext cx="148569" cy="235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4850"/>
                  </a:moveTo>
                  <a:cubicBezTo>
                    <a:pt x="0" y="18588"/>
                    <a:pt x="4287" y="21600"/>
                    <a:pt x="10388" y="21600"/>
                  </a:cubicBezTo>
                  <a:cubicBezTo>
                    <a:pt x="17313" y="21600"/>
                    <a:pt x="21600" y="17862"/>
                    <a:pt x="21600" y="13500"/>
                  </a:cubicBezTo>
                  <a:cubicBezTo>
                    <a:pt x="21600" y="7788"/>
                    <a:pt x="13356" y="0"/>
                    <a:pt x="5606" y="0"/>
                  </a:cubicBezTo>
                  <a:cubicBezTo>
                    <a:pt x="2144" y="0"/>
                    <a:pt x="3463" y="3219"/>
                    <a:pt x="2638" y="6750"/>
                  </a:cubicBezTo>
                  <a:cubicBezTo>
                    <a:pt x="2144" y="9450"/>
                    <a:pt x="0" y="12669"/>
                    <a:pt x="0" y="1485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5" name="Shape">
              <a:extLst>
                <a:ext uri="{FF2B5EF4-FFF2-40B4-BE49-F238E27FC236}">
                  <a16:creationId xmlns:a16="http://schemas.microsoft.com/office/drawing/2014/main" id="{B7CACB22-C287-A89E-B29F-CB4152B858CB}"/>
                </a:ext>
              </a:extLst>
            </p:cNvPr>
            <p:cNvSpPr/>
            <p:nvPr/>
          </p:nvSpPr>
          <p:spPr>
            <a:xfrm>
              <a:off x="3582384" y="3084259"/>
              <a:ext cx="1644455" cy="11715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420" y="15055"/>
                  </a:moveTo>
                  <a:cubicBezTo>
                    <a:pt x="7731" y="15055"/>
                    <a:pt x="9236" y="5039"/>
                    <a:pt x="9236" y="3346"/>
                  </a:cubicBezTo>
                  <a:cubicBezTo>
                    <a:pt x="9236" y="2906"/>
                    <a:pt x="9117" y="2593"/>
                    <a:pt x="8849" y="2593"/>
                  </a:cubicBezTo>
                  <a:cubicBezTo>
                    <a:pt x="7642" y="2593"/>
                    <a:pt x="5988" y="12128"/>
                    <a:pt x="5988" y="14240"/>
                  </a:cubicBezTo>
                  <a:cubicBezTo>
                    <a:pt x="5988" y="14616"/>
                    <a:pt x="6063" y="15055"/>
                    <a:pt x="6420" y="15055"/>
                  </a:cubicBezTo>
                  <a:moveTo>
                    <a:pt x="15910" y="18045"/>
                  </a:moveTo>
                  <a:cubicBezTo>
                    <a:pt x="16878" y="18045"/>
                    <a:pt x="17965" y="12818"/>
                    <a:pt x="17950" y="9556"/>
                  </a:cubicBezTo>
                  <a:cubicBezTo>
                    <a:pt x="17950" y="8845"/>
                    <a:pt x="17876" y="8092"/>
                    <a:pt x="17638" y="8092"/>
                  </a:cubicBezTo>
                  <a:cubicBezTo>
                    <a:pt x="16818" y="8092"/>
                    <a:pt x="15478" y="13487"/>
                    <a:pt x="15478" y="16414"/>
                  </a:cubicBezTo>
                  <a:cubicBezTo>
                    <a:pt x="15478" y="17564"/>
                    <a:pt x="15671" y="18045"/>
                    <a:pt x="15910" y="18045"/>
                  </a:cubicBezTo>
                  <a:moveTo>
                    <a:pt x="9593" y="13194"/>
                  </a:moveTo>
                  <a:cubicBezTo>
                    <a:pt x="10025" y="13194"/>
                    <a:pt x="10562" y="12546"/>
                    <a:pt x="11575" y="10957"/>
                  </a:cubicBezTo>
                  <a:cubicBezTo>
                    <a:pt x="11649" y="10246"/>
                    <a:pt x="11649" y="9598"/>
                    <a:pt x="11649" y="8782"/>
                  </a:cubicBezTo>
                  <a:cubicBezTo>
                    <a:pt x="11649" y="7695"/>
                    <a:pt x="11336" y="6503"/>
                    <a:pt x="10874" y="6503"/>
                  </a:cubicBezTo>
                  <a:cubicBezTo>
                    <a:pt x="9713" y="6503"/>
                    <a:pt x="9132" y="10852"/>
                    <a:pt x="9132" y="12002"/>
                  </a:cubicBezTo>
                  <a:cubicBezTo>
                    <a:pt x="9132" y="12651"/>
                    <a:pt x="9370" y="13194"/>
                    <a:pt x="9593" y="13194"/>
                  </a:cubicBezTo>
                  <a:moveTo>
                    <a:pt x="14897" y="10978"/>
                  </a:moveTo>
                  <a:cubicBezTo>
                    <a:pt x="14897" y="10058"/>
                    <a:pt x="14733" y="9828"/>
                    <a:pt x="14584" y="9828"/>
                  </a:cubicBezTo>
                  <a:cubicBezTo>
                    <a:pt x="14196" y="9828"/>
                    <a:pt x="13764" y="10476"/>
                    <a:pt x="13154" y="11961"/>
                  </a:cubicBezTo>
                  <a:cubicBezTo>
                    <a:pt x="13228" y="13926"/>
                    <a:pt x="13466" y="14783"/>
                    <a:pt x="13854" y="14783"/>
                  </a:cubicBezTo>
                  <a:cubicBezTo>
                    <a:pt x="14286" y="14783"/>
                    <a:pt x="14897" y="12881"/>
                    <a:pt x="14897" y="10978"/>
                  </a:cubicBezTo>
                  <a:moveTo>
                    <a:pt x="17876" y="4537"/>
                  </a:moveTo>
                  <a:cubicBezTo>
                    <a:pt x="20438" y="4537"/>
                    <a:pt x="21600" y="7632"/>
                    <a:pt x="21600" y="11124"/>
                  </a:cubicBezTo>
                  <a:cubicBezTo>
                    <a:pt x="21600" y="12651"/>
                    <a:pt x="21287" y="14888"/>
                    <a:pt x="20796" y="14888"/>
                  </a:cubicBezTo>
                  <a:cubicBezTo>
                    <a:pt x="20289" y="14888"/>
                    <a:pt x="20364" y="13633"/>
                    <a:pt x="20289" y="12483"/>
                  </a:cubicBezTo>
                  <a:cubicBezTo>
                    <a:pt x="20215" y="11020"/>
                    <a:pt x="20021" y="10685"/>
                    <a:pt x="19663" y="10685"/>
                  </a:cubicBezTo>
                  <a:cubicBezTo>
                    <a:pt x="19008" y="10685"/>
                    <a:pt x="18576" y="12860"/>
                    <a:pt x="18576" y="14867"/>
                  </a:cubicBezTo>
                  <a:cubicBezTo>
                    <a:pt x="18576" y="16122"/>
                    <a:pt x="18725" y="17523"/>
                    <a:pt x="19425" y="17523"/>
                  </a:cubicBezTo>
                  <a:cubicBezTo>
                    <a:pt x="19812" y="17523"/>
                    <a:pt x="20155" y="17251"/>
                    <a:pt x="20393" y="16916"/>
                  </a:cubicBezTo>
                  <a:cubicBezTo>
                    <a:pt x="20244" y="19425"/>
                    <a:pt x="18919" y="21600"/>
                    <a:pt x="17057" y="21600"/>
                  </a:cubicBezTo>
                  <a:cubicBezTo>
                    <a:pt x="13645" y="21600"/>
                    <a:pt x="12364" y="15996"/>
                    <a:pt x="11977" y="12734"/>
                  </a:cubicBezTo>
                  <a:cubicBezTo>
                    <a:pt x="9921" y="15787"/>
                    <a:pt x="8029" y="18024"/>
                    <a:pt x="4618" y="18024"/>
                  </a:cubicBezTo>
                  <a:cubicBezTo>
                    <a:pt x="1445" y="18024"/>
                    <a:pt x="0" y="14762"/>
                    <a:pt x="0" y="11668"/>
                  </a:cubicBezTo>
                  <a:cubicBezTo>
                    <a:pt x="0" y="10748"/>
                    <a:pt x="223" y="8343"/>
                    <a:pt x="1043" y="8343"/>
                  </a:cubicBezTo>
                  <a:cubicBezTo>
                    <a:pt x="2011" y="8343"/>
                    <a:pt x="1162" y="12797"/>
                    <a:pt x="3054" y="12797"/>
                  </a:cubicBezTo>
                  <a:cubicBezTo>
                    <a:pt x="3516" y="12797"/>
                    <a:pt x="4365" y="12253"/>
                    <a:pt x="4841" y="10455"/>
                  </a:cubicBezTo>
                  <a:cubicBezTo>
                    <a:pt x="5110" y="9368"/>
                    <a:pt x="5273" y="8218"/>
                    <a:pt x="5273" y="7235"/>
                  </a:cubicBezTo>
                  <a:cubicBezTo>
                    <a:pt x="5273" y="5771"/>
                    <a:pt x="5035" y="4851"/>
                    <a:pt x="4260" y="4851"/>
                  </a:cubicBezTo>
                  <a:cubicBezTo>
                    <a:pt x="3605" y="4851"/>
                    <a:pt x="2786" y="5562"/>
                    <a:pt x="2518" y="5938"/>
                  </a:cubicBezTo>
                  <a:cubicBezTo>
                    <a:pt x="3441" y="2028"/>
                    <a:pt x="5690" y="0"/>
                    <a:pt x="8178" y="0"/>
                  </a:cubicBezTo>
                  <a:cubicBezTo>
                    <a:pt x="11247" y="0"/>
                    <a:pt x="12871" y="3806"/>
                    <a:pt x="12871" y="8050"/>
                  </a:cubicBezTo>
                  <a:cubicBezTo>
                    <a:pt x="12871" y="8657"/>
                    <a:pt x="12826" y="9305"/>
                    <a:pt x="12751" y="9890"/>
                  </a:cubicBezTo>
                  <a:cubicBezTo>
                    <a:pt x="14062" y="6838"/>
                    <a:pt x="15895" y="4496"/>
                    <a:pt x="17861" y="4496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6" name="Line">
              <a:extLst>
                <a:ext uri="{FF2B5EF4-FFF2-40B4-BE49-F238E27FC236}">
                  <a16:creationId xmlns:a16="http://schemas.microsoft.com/office/drawing/2014/main" id="{C614202C-6E4D-F53A-E82A-2BA0B9BEE45A}"/>
                </a:ext>
              </a:extLst>
            </p:cNvPr>
            <p:cNvSpPr/>
            <p:nvPr/>
          </p:nvSpPr>
          <p:spPr>
            <a:xfrm>
              <a:off x="3485985" y="4125369"/>
              <a:ext cx="1661467" cy="19926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80" y="0"/>
                  </a:moveTo>
                  <a:cubicBezTo>
                    <a:pt x="10129" y="0"/>
                    <a:pt x="10055" y="1672"/>
                    <a:pt x="10055" y="5028"/>
                  </a:cubicBezTo>
                  <a:cubicBezTo>
                    <a:pt x="8832" y="2828"/>
                    <a:pt x="6797" y="455"/>
                    <a:pt x="4408" y="455"/>
                  </a:cubicBezTo>
                  <a:cubicBezTo>
                    <a:pt x="2801" y="455"/>
                    <a:pt x="2182" y="1352"/>
                    <a:pt x="2182" y="2914"/>
                  </a:cubicBezTo>
                  <a:cubicBezTo>
                    <a:pt x="2182" y="3233"/>
                    <a:pt x="2226" y="3713"/>
                    <a:pt x="2300" y="3995"/>
                  </a:cubicBezTo>
                  <a:cubicBezTo>
                    <a:pt x="2492" y="3455"/>
                    <a:pt x="3111" y="3233"/>
                    <a:pt x="3878" y="3233"/>
                  </a:cubicBezTo>
                  <a:cubicBezTo>
                    <a:pt x="5529" y="3233"/>
                    <a:pt x="7519" y="4290"/>
                    <a:pt x="8832" y="5729"/>
                  </a:cubicBezTo>
                  <a:cubicBezTo>
                    <a:pt x="7343" y="5508"/>
                    <a:pt x="5883" y="5286"/>
                    <a:pt x="4644" y="5286"/>
                  </a:cubicBezTo>
                  <a:cubicBezTo>
                    <a:pt x="3878" y="5286"/>
                    <a:pt x="3185" y="5348"/>
                    <a:pt x="2610" y="5581"/>
                  </a:cubicBezTo>
                  <a:cubicBezTo>
                    <a:pt x="1504" y="5999"/>
                    <a:pt x="0" y="7376"/>
                    <a:pt x="0" y="9454"/>
                  </a:cubicBezTo>
                  <a:cubicBezTo>
                    <a:pt x="0" y="9773"/>
                    <a:pt x="44" y="10130"/>
                    <a:pt x="118" y="10511"/>
                  </a:cubicBezTo>
                  <a:cubicBezTo>
                    <a:pt x="1460" y="8015"/>
                    <a:pt x="5028" y="6897"/>
                    <a:pt x="7328" y="6897"/>
                  </a:cubicBezTo>
                  <a:cubicBezTo>
                    <a:pt x="7785" y="6897"/>
                    <a:pt x="8139" y="6934"/>
                    <a:pt x="8404" y="6958"/>
                  </a:cubicBezTo>
                  <a:cubicBezTo>
                    <a:pt x="7210" y="7856"/>
                    <a:pt x="6944" y="9417"/>
                    <a:pt x="6871" y="10474"/>
                  </a:cubicBezTo>
                  <a:cubicBezTo>
                    <a:pt x="6826" y="10991"/>
                    <a:pt x="6605" y="11015"/>
                    <a:pt x="6178" y="11015"/>
                  </a:cubicBezTo>
                  <a:cubicBezTo>
                    <a:pt x="6178" y="12072"/>
                    <a:pt x="7180" y="13634"/>
                    <a:pt x="7180" y="14433"/>
                  </a:cubicBezTo>
                  <a:cubicBezTo>
                    <a:pt x="7180" y="14716"/>
                    <a:pt x="6989" y="14974"/>
                    <a:pt x="6797" y="15047"/>
                  </a:cubicBezTo>
                  <a:cubicBezTo>
                    <a:pt x="6797" y="16449"/>
                    <a:pt x="8493" y="17482"/>
                    <a:pt x="8493" y="18367"/>
                  </a:cubicBezTo>
                  <a:cubicBezTo>
                    <a:pt x="8493" y="18588"/>
                    <a:pt x="8419" y="18785"/>
                    <a:pt x="8301" y="18883"/>
                  </a:cubicBezTo>
                  <a:cubicBezTo>
                    <a:pt x="8419" y="19461"/>
                    <a:pt x="10277" y="20432"/>
                    <a:pt x="10512" y="20912"/>
                  </a:cubicBezTo>
                  <a:cubicBezTo>
                    <a:pt x="10807" y="21502"/>
                    <a:pt x="11146" y="21600"/>
                    <a:pt x="11338" y="21600"/>
                  </a:cubicBezTo>
                  <a:cubicBezTo>
                    <a:pt x="11987" y="21600"/>
                    <a:pt x="13019" y="20961"/>
                    <a:pt x="13019" y="20383"/>
                  </a:cubicBezTo>
                  <a:cubicBezTo>
                    <a:pt x="13019" y="20186"/>
                    <a:pt x="12827" y="19965"/>
                    <a:pt x="12680" y="19867"/>
                  </a:cubicBezTo>
                  <a:cubicBezTo>
                    <a:pt x="11943" y="19424"/>
                    <a:pt x="11559" y="18465"/>
                    <a:pt x="11250" y="17826"/>
                  </a:cubicBezTo>
                  <a:cubicBezTo>
                    <a:pt x="10984" y="17826"/>
                    <a:pt x="10630" y="17727"/>
                    <a:pt x="10512" y="17359"/>
                  </a:cubicBezTo>
                  <a:cubicBezTo>
                    <a:pt x="10306" y="16695"/>
                    <a:pt x="10291" y="15465"/>
                    <a:pt x="9982" y="14728"/>
                  </a:cubicBezTo>
                  <a:cubicBezTo>
                    <a:pt x="9480" y="14629"/>
                    <a:pt x="9245" y="14470"/>
                    <a:pt x="9245" y="13609"/>
                  </a:cubicBezTo>
                  <a:cubicBezTo>
                    <a:pt x="9245" y="13191"/>
                    <a:pt x="9554" y="11556"/>
                    <a:pt x="9554" y="10991"/>
                  </a:cubicBezTo>
                  <a:cubicBezTo>
                    <a:pt x="9318" y="10991"/>
                    <a:pt x="9023" y="10868"/>
                    <a:pt x="9023" y="10474"/>
                  </a:cubicBezTo>
                  <a:cubicBezTo>
                    <a:pt x="9023" y="9454"/>
                    <a:pt x="10247" y="8655"/>
                    <a:pt x="10586" y="7339"/>
                  </a:cubicBezTo>
                  <a:cubicBezTo>
                    <a:pt x="12783" y="8679"/>
                    <a:pt x="13314" y="10056"/>
                    <a:pt x="13314" y="11273"/>
                  </a:cubicBezTo>
                  <a:cubicBezTo>
                    <a:pt x="13314" y="11913"/>
                    <a:pt x="13196" y="12515"/>
                    <a:pt x="13048" y="13093"/>
                  </a:cubicBezTo>
                  <a:cubicBezTo>
                    <a:pt x="14656" y="12417"/>
                    <a:pt x="17074" y="11421"/>
                    <a:pt x="17074" y="9405"/>
                  </a:cubicBezTo>
                  <a:cubicBezTo>
                    <a:pt x="17074" y="8224"/>
                    <a:pt x="16425" y="6909"/>
                    <a:pt x="12075" y="6405"/>
                  </a:cubicBezTo>
                  <a:cubicBezTo>
                    <a:pt x="13417" y="5987"/>
                    <a:pt x="15113" y="5766"/>
                    <a:pt x="16528" y="5766"/>
                  </a:cubicBezTo>
                  <a:cubicBezTo>
                    <a:pt x="18976" y="5766"/>
                    <a:pt x="20406" y="6405"/>
                    <a:pt x="20715" y="7843"/>
                  </a:cubicBezTo>
                  <a:cubicBezTo>
                    <a:pt x="21217" y="7204"/>
                    <a:pt x="21600" y="6466"/>
                    <a:pt x="21600" y="5803"/>
                  </a:cubicBezTo>
                  <a:cubicBezTo>
                    <a:pt x="21600" y="4229"/>
                    <a:pt x="20022" y="3209"/>
                    <a:pt x="18032" y="3209"/>
                  </a:cubicBezTo>
                  <a:cubicBezTo>
                    <a:pt x="15688" y="3209"/>
                    <a:pt x="13623" y="4229"/>
                    <a:pt x="11397" y="5483"/>
                  </a:cubicBezTo>
                  <a:cubicBezTo>
                    <a:pt x="12400" y="3750"/>
                    <a:pt x="13078" y="2729"/>
                    <a:pt x="14316" y="2729"/>
                  </a:cubicBezTo>
                  <a:cubicBezTo>
                    <a:pt x="14508" y="2729"/>
                    <a:pt x="14700" y="2766"/>
                    <a:pt x="14891" y="2791"/>
                  </a:cubicBezTo>
                  <a:cubicBezTo>
                    <a:pt x="14434" y="1389"/>
                    <a:pt x="12709" y="12"/>
                    <a:pt x="11780" y="12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7" name="Line">
              <a:extLst>
                <a:ext uri="{FF2B5EF4-FFF2-40B4-BE49-F238E27FC236}">
                  <a16:creationId xmlns:a16="http://schemas.microsoft.com/office/drawing/2014/main" id="{9BA48BC6-ED03-31A4-6064-E3E3548BC42B}"/>
                </a:ext>
              </a:extLst>
            </p:cNvPr>
            <p:cNvSpPr/>
            <p:nvPr/>
          </p:nvSpPr>
          <p:spPr>
            <a:xfrm>
              <a:off x="8829896" y="6248417"/>
              <a:ext cx="802948" cy="10921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31" y="0"/>
                  </a:moveTo>
                  <a:cubicBezTo>
                    <a:pt x="18397" y="0"/>
                    <a:pt x="21569" y="3791"/>
                    <a:pt x="21600" y="8232"/>
                  </a:cubicBezTo>
                  <a:cubicBezTo>
                    <a:pt x="21600" y="12964"/>
                    <a:pt x="18580" y="18101"/>
                    <a:pt x="13210" y="21600"/>
                  </a:cubicBezTo>
                  <a:cubicBezTo>
                    <a:pt x="13119" y="13727"/>
                    <a:pt x="0" y="16239"/>
                    <a:pt x="0" y="10520"/>
                  </a:cubicBezTo>
                  <a:cubicBezTo>
                    <a:pt x="0" y="8075"/>
                    <a:pt x="2380" y="6437"/>
                    <a:pt x="5247" y="6437"/>
                  </a:cubicBezTo>
                  <a:cubicBezTo>
                    <a:pt x="7780" y="6437"/>
                    <a:pt x="9763" y="6953"/>
                    <a:pt x="11197" y="8007"/>
                  </a:cubicBezTo>
                  <a:cubicBezTo>
                    <a:pt x="9763" y="7021"/>
                    <a:pt x="9061" y="5607"/>
                    <a:pt x="9031" y="4284"/>
                  </a:cubicBezTo>
                  <a:cubicBezTo>
                    <a:pt x="9031" y="2064"/>
                    <a:pt x="10922" y="22"/>
                    <a:pt x="14400" y="22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8" name="Line">
              <a:extLst>
                <a:ext uri="{FF2B5EF4-FFF2-40B4-BE49-F238E27FC236}">
                  <a16:creationId xmlns:a16="http://schemas.microsoft.com/office/drawing/2014/main" id="{7600AD66-F0E9-2FF5-F460-FCF8D69A1528}"/>
                </a:ext>
              </a:extLst>
            </p:cNvPr>
            <p:cNvSpPr/>
            <p:nvPr/>
          </p:nvSpPr>
          <p:spPr>
            <a:xfrm>
              <a:off x="6654678" y="3339433"/>
              <a:ext cx="905018" cy="6964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97" extrusionOk="0">
                  <a:moveTo>
                    <a:pt x="1759" y="3326"/>
                  </a:moveTo>
                  <a:cubicBezTo>
                    <a:pt x="3600" y="5601"/>
                    <a:pt x="5224" y="6617"/>
                    <a:pt x="7200" y="6582"/>
                  </a:cubicBezTo>
                  <a:cubicBezTo>
                    <a:pt x="7985" y="6582"/>
                    <a:pt x="8905" y="6301"/>
                    <a:pt x="9392" y="6301"/>
                  </a:cubicBezTo>
                  <a:cubicBezTo>
                    <a:pt x="10015" y="6301"/>
                    <a:pt x="10448" y="6652"/>
                    <a:pt x="10448" y="7282"/>
                  </a:cubicBezTo>
                  <a:cubicBezTo>
                    <a:pt x="10448" y="8297"/>
                    <a:pt x="9744" y="9942"/>
                    <a:pt x="8905" y="10853"/>
                  </a:cubicBezTo>
                  <a:cubicBezTo>
                    <a:pt x="9744" y="11308"/>
                    <a:pt x="10665" y="11483"/>
                    <a:pt x="11666" y="11483"/>
                  </a:cubicBezTo>
                  <a:cubicBezTo>
                    <a:pt x="15672" y="11483"/>
                    <a:pt x="20247" y="8192"/>
                    <a:pt x="20247" y="0"/>
                  </a:cubicBezTo>
                  <a:cubicBezTo>
                    <a:pt x="21086" y="1435"/>
                    <a:pt x="21600" y="4446"/>
                    <a:pt x="21600" y="5811"/>
                  </a:cubicBezTo>
                  <a:cubicBezTo>
                    <a:pt x="21600" y="15754"/>
                    <a:pt x="15970" y="19570"/>
                    <a:pt x="10773" y="19570"/>
                  </a:cubicBezTo>
                  <a:cubicBezTo>
                    <a:pt x="7389" y="19570"/>
                    <a:pt x="5684" y="18134"/>
                    <a:pt x="5278" y="18134"/>
                  </a:cubicBezTo>
                  <a:cubicBezTo>
                    <a:pt x="3952" y="18134"/>
                    <a:pt x="4006" y="21600"/>
                    <a:pt x="3113" y="21495"/>
                  </a:cubicBezTo>
                  <a:cubicBezTo>
                    <a:pt x="1489" y="21145"/>
                    <a:pt x="0" y="16489"/>
                    <a:pt x="0" y="11588"/>
                  </a:cubicBezTo>
                  <a:cubicBezTo>
                    <a:pt x="0" y="8682"/>
                    <a:pt x="568" y="5566"/>
                    <a:pt x="1814" y="3291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9" name="Line">
              <a:extLst>
                <a:ext uri="{FF2B5EF4-FFF2-40B4-BE49-F238E27FC236}">
                  <a16:creationId xmlns:a16="http://schemas.microsoft.com/office/drawing/2014/main" id="{968E7318-D10B-0594-C88D-AD81A435732A}"/>
                </a:ext>
              </a:extLst>
            </p:cNvPr>
            <p:cNvSpPr/>
            <p:nvPr/>
          </p:nvSpPr>
          <p:spPr>
            <a:xfrm>
              <a:off x="6764687" y="2957239"/>
              <a:ext cx="708817" cy="5523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476" y="10733"/>
                  </a:moveTo>
                  <a:cubicBezTo>
                    <a:pt x="11750" y="9225"/>
                    <a:pt x="9055" y="8427"/>
                    <a:pt x="7811" y="8427"/>
                  </a:cubicBezTo>
                  <a:cubicBezTo>
                    <a:pt x="3836" y="8427"/>
                    <a:pt x="1140" y="12020"/>
                    <a:pt x="622" y="15257"/>
                  </a:cubicBezTo>
                  <a:cubicBezTo>
                    <a:pt x="276" y="14104"/>
                    <a:pt x="0" y="12729"/>
                    <a:pt x="0" y="11310"/>
                  </a:cubicBezTo>
                  <a:cubicBezTo>
                    <a:pt x="0" y="6254"/>
                    <a:pt x="2696" y="0"/>
                    <a:pt x="9262" y="0"/>
                  </a:cubicBezTo>
                  <a:cubicBezTo>
                    <a:pt x="14999" y="0"/>
                    <a:pt x="17245" y="3903"/>
                    <a:pt x="18075" y="3903"/>
                  </a:cubicBezTo>
                  <a:cubicBezTo>
                    <a:pt x="18973" y="3903"/>
                    <a:pt x="19872" y="2750"/>
                    <a:pt x="20598" y="2750"/>
                  </a:cubicBezTo>
                  <a:cubicBezTo>
                    <a:pt x="21600" y="2750"/>
                    <a:pt x="21600" y="4701"/>
                    <a:pt x="21600" y="6121"/>
                  </a:cubicBezTo>
                  <a:cubicBezTo>
                    <a:pt x="21600" y="10733"/>
                    <a:pt x="19976" y="18717"/>
                    <a:pt x="15932" y="21600"/>
                  </a:cubicBezTo>
                  <a:cubicBezTo>
                    <a:pt x="15206" y="19648"/>
                    <a:pt x="13755" y="17431"/>
                    <a:pt x="11439" y="16056"/>
                  </a:cubicBezTo>
                  <a:cubicBezTo>
                    <a:pt x="10817" y="15701"/>
                    <a:pt x="10541" y="15036"/>
                    <a:pt x="10541" y="14326"/>
                  </a:cubicBezTo>
                  <a:cubicBezTo>
                    <a:pt x="10541" y="13040"/>
                    <a:pt x="11439" y="11443"/>
                    <a:pt x="12511" y="10733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0" name="Line">
              <a:extLst>
                <a:ext uri="{FF2B5EF4-FFF2-40B4-BE49-F238E27FC236}">
                  <a16:creationId xmlns:a16="http://schemas.microsoft.com/office/drawing/2014/main" id="{CD6A90B6-1C45-810C-902B-5E1FC1F5F0D1}"/>
                </a:ext>
              </a:extLst>
            </p:cNvPr>
            <p:cNvSpPr/>
            <p:nvPr/>
          </p:nvSpPr>
          <p:spPr>
            <a:xfrm>
              <a:off x="4675662" y="2572777"/>
              <a:ext cx="544372" cy="624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" y="588"/>
                  </a:moveTo>
                  <a:cubicBezTo>
                    <a:pt x="45" y="4155"/>
                    <a:pt x="14715" y="21600"/>
                    <a:pt x="17505" y="21600"/>
                  </a:cubicBezTo>
                  <a:cubicBezTo>
                    <a:pt x="19845" y="21600"/>
                    <a:pt x="21600" y="18033"/>
                    <a:pt x="21600" y="14975"/>
                  </a:cubicBezTo>
                  <a:cubicBezTo>
                    <a:pt x="21600" y="14152"/>
                    <a:pt x="21375" y="13368"/>
                    <a:pt x="20880" y="12740"/>
                  </a:cubicBezTo>
                  <a:cubicBezTo>
                    <a:pt x="18765" y="10192"/>
                    <a:pt x="3870" y="0"/>
                    <a:pt x="585" y="0"/>
                  </a:cubicBezTo>
                  <a:cubicBezTo>
                    <a:pt x="225" y="0"/>
                    <a:pt x="0" y="314"/>
                    <a:pt x="0" y="627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1" name="Shape">
              <a:extLst>
                <a:ext uri="{FF2B5EF4-FFF2-40B4-BE49-F238E27FC236}">
                  <a16:creationId xmlns:a16="http://schemas.microsoft.com/office/drawing/2014/main" id="{32BF2DF0-643C-2187-6D72-A13B7CB8372E}"/>
                </a:ext>
              </a:extLst>
            </p:cNvPr>
            <p:cNvSpPr/>
            <p:nvPr/>
          </p:nvSpPr>
          <p:spPr>
            <a:xfrm>
              <a:off x="2165884" y="2256361"/>
              <a:ext cx="342501" cy="289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372"/>
                  </a:moveTo>
                  <a:cubicBezTo>
                    <a:pt x="21600" y="6776"/>
                    <a:pt x="7510" y="21600"/>
                    <a:pt x="2432" y="21600"/>
                  </a:cubicBezTo>
                  <a:cubicBezTo>
                    <a:pt x="572" y="21600"/>
                    <a:pt x="0" y="18974"/>
                    <a:pt x="0" y="16518"/>
                  </a:cubicBezTo>
                  <a:cubicBezTo>
                    <a:pt x="0" y="12113"/>
                    <a:pt x="1645" y="5929"/>
                    <a:pt x="3719" y="3981"/>
                  </a:cubicBezTo>
                  <a:cubicBezTo>
                    <a:pt x="6151" y="1355"/>
                    <a:pt x="11730" y="0"/>
                    <a:pt x="16021" y="0"/>
                  </a:cubicBezTo>
                  <a:cubicBezTo>
                    <a:pt x="18596" y="0"/>
                    <a:pt x="21600" y="678"/>
                    <a:pt x="21600" y="2372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2" name="Line" descr="The blue unilever logo, blue wordmark, white backgorund">
              <a:extLst>
                <a:ext uri="{FF2B5EF4-FFF2-40B4-BE49-F238E27FC236}">
                  <a16:creationId xmlns:a16="http://schemas.microsoft.com/office/drawing/2014/main" id="{D9FC0A18-00BF-9BB9-9869-D1F5FD35A421}"/>
                </a:ext>
              </a:extLst>
            </p:cNvPr>
            <p:cNvSpPr/>
            <p:nvPr/>
          </p:nvSpPr>
          <p:spPr>
            <a:xfrm>
              <a:off x="2151141" y="1510119"/>
              <a:ext cx="3054150" cy="19529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84" y="10474"/>
                  </a:moveTo>
                  <a:cubicBezTo>
                    <a:pt x="21584" y="9495"/>
                    <a:pt x="20736" y="8119"/>
                    <a:pt x="19884" y="6794"/>
                  </a:cubicBezTo>
                  <a:cubicBezTo>
                    <a:pt x="19031" y="5469"/>
                    <a:pt x="18175" y="4196"/>
                    <a:pt x="18159" y="3424"/>
                  </a:cubicBezTo>
                  <a:cubicBezTo>
                    <a:pt x="18159" y="3355"/>
                    <a:pt x="18171" y="3286"/>
                    <a:pt x="18192" y="3219"/>
                  </a:cubicBezTo>
                  <a:cubicBezTo>
                    <a:pt x="18213" y="3152"/>
                    <a:pt x="18243" y="3086"/>
                    <a:pt x="18279" y="3023"/>
                  </a:cubicBezTo>
                  <a:cubicBezTo>
                    <a:pt x="18568" y="2546"/>
                    <a:pt x="19316" y="2132"/>
                    <a:pt x="19991" y="1736"/>
                  </a:cubicBezTo>
                  <a:cubicBezTo>
                    <a:pt x="20666" y="1339"/>
                    <a:pt x="21267" y="960"/>
                    <a:pt x="21263" y="552"/>
                  </a:cubicBezTo>
                  <a:cubicBezTo>
                    <a:pt x="21263" y="125"/>
                    <a:pt x="20758" y="125"/>
                    <a:pt x="20509" y="125"/>
                  </a:cubicBezTo>
                  <a:cubicBezTo>
                    <a:pt x="18568" y="125"/>
                    <a:pt x="15729" y="1242"/>
                    <a:pt x="15729" y="2321"/>
                  </a:cubicBezTo>
                  <a:cubicBezTo>
                    <a:pt x="15729" y="3437"/>
                    <a:pt x="18279" y="6134"/>
                    <a:pt x="18279" y="7476"/>
                  </a:cubicBezTo>
                  <a:cubicBezTo>
                    <a:pt x="18279" y="7840"/>
                    <a:pt x="18135" y="7965"/>
                    <a:pt x="17902" y="7965"/>
                  </a:cubicBezTo>
                  <a:cubicBezTo>
                    <a:pt x="17197" y="7965"/>
                    <a:pt x="15649" y="6636"/>
                    <a:pt x="14919" y="6636"/>
                  </a:cubicBezTo>
                  <a:cubicBezTo>
                    <a:pt x="14582" y="6636"/>
                    <a:pt x="14461" y="6999"/>
                    <a:pt x="14461" y="7514"/>
                  </a:cubicBezTo>
                  <a:cubicBezTo>
                    <a:pt x="14461" y="9082"/>
                    <a:pt x="15657" y="12042"/>
                    <a:pt x="15657" y="12932"/>
                  </a:cubicBezTo>
                  <a:cubicBezTo>
                    <a:pt x="15657" y="13033"/>
                    <a:pt x="15633" y="13158"/>
                    <a:pt x="15552" y="13158"/>
                  </a:cubicBezTo>
                  <a:cubicBezTo>
                    <a:pt x="15175" y="13158"/>
                    <a:pt x="13403" y="9897"/>
                    <a:pt x="12777" y="9897"/>
                  </a:cubicBezTo>
                  <a:cubicBezTo>
                    <a:pt x="12545" y="9897"/>
                    <a:pt x="12528" y="10386"/>
                    <a:pt x="12528" y="11101"/>
                  </a:cubicBezTo>
                  <a:lnTo>
                    <a:pt x="12528" y="12205"/>
                  </a:lnTo>
                  <a:cubicBezTo>
                    <a:pt x="12528" y="12957"/>
                    <a:pt x="12512" y="13409"/>
                    <a:pt x="12280" y="13409"/>
                  </a:cubicBezTo>
                  <a:cubicBezTo>
                    <a:pt x="11734" y="13409"/>
                    <a:pt x="11486" y="11026"/>
                    <a:pt x="10964" y="11026"/>
                  </a:cubicBezTo>
                  <a:cubicBezTo>
                    <a:pt x="10419" y="11026"/>
                    <a:pt x="10323" y="15266"/>
                    <a:pt x="9801" y="15266"/>
                  </a:cubicBezTo>
                  <a:cubicBezTo>
                    <a:pt x="9192" y="15266"/>
                    <a:pt x="9713" y="10599"/>
                    <a:pt x="9128" y="10599"/>
                  </a:cubicBezTo>
                  <a:cubicBezTo>
                    <a:pt x="8478" y="10599"/>
                    <a:pt x="7748" y="13698"/>
                    <a:pt x="7291" y="13698"/>
                  </a:cubicBezTo>
                  <a:cubicBezTo>
                    <a:pt x="7122" y="13698"/>
                    <a:pt x="7082" y="13434"/>
                    <a:pt x="7082" y="13208"/>
                  </a:cubicBezTo>
                  <a:cubicBezTo>
                    <a:pt x="7082" y="12268"/>
                    <a:pt x="7435" y="10725"/>
                    <a:pt x="7435" y="9822"/>
                  </a:cubicBezTo>
                  <a:cubicBezTo>
                    <a:pt x="7435" y="9357"/>
                    <a:pt x="7355" y="9107"/>
                    <a:pt x="7098" y="9107"/>
                  </a:cubicBezTo>
                  <a:cubicBezTo>
                    <a:pt x="6449" y="9107"/>
                    <a:pt x="5029" y="10737"/>
                    <a:pt x="4492" y="10737"/>
                  </a:cubicBezTo>
                  <a:cubicBezTo>
                    <a:pt x="4411" y="10737"/>
                    <a:pt x="4307" y="10675"/>
                    <a:pt x="4307" y="10537"/>
                  </a:cubicBezTo>
                  <a:cubicBezTo>
                    <a:pt x="4307" y="9759"/>
                    <a:pt x="6577" y="7275"/>
                    <a:pt x="6577" y="6159"/>
                  </a:cubicBezTo>
                  <a:cubicBezTo>
                    <a:pt x="6577" y="5080"/>
                    <a:pt x="3449" y="5808"/>
                    <a:pt x="3441" y="4566"/>
                  </a:cubicBezTo>
                  <a:cubicBezTo>
                    <a:pt x="3441" y="3525"/>
                    <a:pt x="5671" y="2446"/>
                    <a:pt x="5671" y="1367"/>
                  </a:cubicBezTo>
                  <a:cubicBezTo>
                    <a:pt x="5671" y="414"/>
                    <a:pt x="3016" y="0"/>
                    <a:pt x="1997" y="0"/>
                  </a:cubicBezTo>
                  <a:cubicBezTo>
                    <a:pt x="762" y="0"/>
                    <a:pt x="96" y="226"/>
                    <a:pt x="96" y="790"/>
                  </a:cubicBezTo>
                  <a:cubicBezTo>
                    <a:pt x="96" y="1643"/>
                    <a:pt x="2896" y="1894"/>
                    <a:pt x="2896" y="2647"/>
                  </a:cubicBezTo>
                  <a:cubicBezTo>
                    <a:pt x="2896" y="3362"/>
                    <a:pt x="0" y="5293"/>
                    <a:pt x="0" y="6410"/>
                  </a:cubicBezTo>
                  <a:cubicBezTo>
                    <a:pt x="0" y="7388"/>
                    <a:pt x="4091" y="6472"/>
                    <a:pt x="4091" y="7476"/>
                  </a:cubicBezTo>
                  <a:cubicBezTo>
                    <a:pt x="4091" y="8580"/>
                    <a:pt x="529" y="13384"/>
                    <a:pt x="529" y="14990"/>
                  </a:cubicBezTo>
                  <a:cubicBezTo>
                    <a:pt x="529" y="15353"/>
                    <a:pt x="698" y="15516"/>
                    <a:pt x="922" y="15516"/>
                  </a:cubicBezTo>
                  <a:cubicBezTo>
                    <a:pt x="2005" y="15516"/>
                    <a:pt x="4820" y="12280"/>
                    <a:pt x="5599" y="12280"/>
                  </a:cubicBezTo>
                  <a:cubicBezTo>
                    <a:pt x="5871" y="12280"/>
                    <a:pt x="5895" y="12794"/>
                    <a:pt x="5895" y="13259"/>
                  </a:cubicBezTo>
                  <a:cubicBezTo>
                    <a:pt x="5895" y="14111"/>
                    <a:pt x="5711" y="15416"/>
                    <a:pt x="5711" y="16357"/>
                  </a:cubicBezTo>
                  <a:cubicBezTo>
                    <a:pt x="5711" y="17109"/>
                    <a:pt x="5839" y="17624"/>
                    <a:pt x="6256" y="17624"/>
                  </a:cubicBezTo>
                  <a:cubicBezTo>
                    <a:pt x="7026" y="17624"/>
                    <a:pt x="7740" y="15567"/>
                    <a:pt x="8261" y="15567"/>
                  </a:cubicBezTo>
                  <a:cubicBezTo>
                    <a:pt x="8927" y="15567"/>
                    <a:pt x="8534" y="21600"/>
                    <a:pt x="9537" y="21600"/>
                  </a:cubicBezTo>
                  <a:cubicBezTo>
                    <a:pt x="10395" y="21600"/>
                    <a:pt x="10740" y="15065"/>
                    <a:pt x="11285" y="15065"/>
                  </a:cubicBezTo>
                  <a:cubicBezTo>
                    <a:pt x="11831" y="15065"/>
                    <a:pt x="12272" y="16959"/>
                    <a:pt x="12769" y="16959"/>
                  </a:cubicBezTo>
                  <a:cubicBezTo>
                    <a:pt x="13395" y="16959"/>
                    <a:pt x="13098" y="13660"/>
                    <a:pt x="13772" y="13660"/>
                  </a:cubicBezTo>
                  <a:cubicBezTo>
                    <a:pt x="14502" y="13660"/>
                    <a:pt x="16587" y="17574"/>
                    <a:pt x="17533" y="17574"/>
                  </a:cubicBezTo>
                  <a:cubicBezTo>
                    <a:pt x="17822" y="17574"/>
                    <a:pt x="17926" y="17210"/>
                    <a:pt x="17926" y="16758"/>
                  </a:cubicBezTo>
                  <a:cubicBezTo>
                    <a:pt x="17926" y="15027"/>
                    <a:pt x="16378" y="11114"/>
                    <a:pt x="16378" y="9872"/>
                  </a:cubicBezTo>
                  <a:cubicBezTo>
                    <a:pt x="16378" y="9546"/>
                    <a:pt x="16443" y="9445"/>
                    <a:pt x="16667" y="9445"/>
                  </a:cubicBezTo>
                  <a:cubicBezTo>
                    <a:pt x="17485" y="9445"/>
                    <a:pt x="19859" y="11201"/>
                    <a:pt x="20990" y="11201"/>
                  </a:cubicBezTo>
                  <a:cubicBezTo>
                    <a:pt x="21367" y="11201"/>
                    <a:pt x="21600" y="10875"/>
                    <a:pt x="21600" y="10449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3" name="Shape">
              <a:extLst>
                <a:ext uri="{FF2B5EF4-FFF2-40B4-BE49-F238E27FC236}">
                  <a16:creationId xmlns:a16="http://schemas.microsoft.com/office/drawing/2014/main" id="{5DF336A9-BD57-9E27-8464-D3783FC4EE06}"/>
                </a:ext>
              </a:extLst>
            </p:cNvPr>
            <p:cNvSpPr/>
            <p:nvPr/>
          </p:nvSpPr>
          <p:spPr>
            <a:xfrm>
              <a:off x="4894545" y="1810657"/>
              <a:ext cx="336830" cy="230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852"/>
                  </a:moveTo>
                  <a:cubicBezTo>
                    <a:pt x="0" y="10853"/>
                    <a:pt x="11927" y="21600"/>
                    <a:pt x="17455" y="21600"/>
                  </a:cubicBezTo>
                  <a:cubicBezTo>
                    <a:pt x="20655" y="21600"/>
                    <a:pt x="21600" y="15216"/>
                    <a:pt x="21600" y="8619"/>
                  </a:cubicBezTo>
                  <a:cubicBezTo>
                    <a:pt x="21600" y="319"/>
                    <a:pt x="19127" y="0"/>
                    <a:pt x="14182" y="0"/>
                  </a:cubicBezTo>
                  <a:cubicBezTo>
                    <a:pt x="7927" y="0"/>
                    <a:pt x="0" y="2554"/>
                    <a:pt x="0" y="5852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4" name="Line">
              <a:extLst>
                <a:ext uri="{FF2B5EF4-FFF2-40B4-BE49-F238E27FC236}">
                  <a16:creationId xmlns:a16="http://schemas.microsoft.com/office/drawing/2014/main" id="{DB73C33B-AC5A-2644-8731-A44111B26BC5}"/>
                </a:ext>
              </a:extLst>
            </p:cNvPr>
            <p:cNvSpPr/>
            <p:nvPr/>
          </p:nvSpPr>
          <p:spPr>
            <a:xfrm>
              <a:off x="2982441" y="1531667"/>
              <a:ext cx="1338247" cy="880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78" y="1002"/>
                  </a:moveTo>
                  <a:cubicBezTo>
                    <a:pt x="19678" y="557"/>
                    <a:pt x="18250" y="139"/>
                    <a:pt x="16292" y="139"/>
                  </a:cubicBezTo>
                  <a:cubicBezTo>
                    <a:pt x="13198" y="139"/>
                    <a:pt x="13619" y="4064"/>
                    <a:pt x="11239" y="4064"/>
                  </a:cubicBezTo>
                  <a:cubicBezTo>
                    <a:pt x="8768" y="4064"/>
                    <a:pt x="9372" y="0"/>
                    <a:pt x="6242" y="0"/>
                  </a:cubicBezTo>
                  <a:cubicBezTo>
                    <a:pt x="4338" y="0"/>
                    <a:pt x="2581" y="501"/>
                    <a:pt x="2581" y="1169"/>
                  </a:cubicBezTo>
                  <a:cubicBezTo>
                    <a:pt x="2581" y="2032"/>
                    <a:pt x="4814" y="1670"/>
                    <a:pt x="4814" y="4064"/>
                  </a:cubicBezTo>
                  <a:cubicBezTo>
                    <a:pt x="4814" y="6597"/>
                    <a:pt x="0" y="7321"/>
                    <a:pt x="0" y="8852"/>
                  </a:cubicBezTo>
                  <a:cubicBezTo>
                    <a:pt x="0" y="9353"/>
                    <a:pt x="384" y="9575"/>
                    <a:pt x="860" y="9575"/>
                  </a:cubicBezTo>
                  <a:cubicBezTo>
                    <a:pt x="1904" y="9575"/>
                    <a:pt x="3569" y="8852"/>
                    <a:pt x="4759" y="8852"/>
                  </a:cubicBezTo>
                  <a:cubicBezTo>
                    <a:pt x="5418" y="8852"/>
                    <a:pt x="6041" y="9074"/>
                    <a:pt x="6041" y="10021"/>
                  </a:cubicBezTo>
                  <a:cubicBezTo>
                    <a:pt x="6041" y="11830"/>
                    <a:pt x="3478" y="15087"/>
                    <a:pt x="3478" y="16534"/>
                  </a:cubicBezTo>
                  <a:cubicBezTo>
                    <a:pt x="3478" y="16979"/>
                    <a:pt x="3716" y="17119"/>
                    <a:pt x="3954" y="17119"/>
                  </a:cubicBezTo>
                  <a:cubicBezTo>
                    <a:pt x="4906" y="17119"/>
                    <a:pt x="6517" y="13416"/>
                    <a:pt x="8054" y="13416"/>
                  </a:cubicBezTo>
                  <a:cubicBezTo>
                    <a:pt x="10580" y="13416"/>
                    <a:pt x="8915" y="21600"/>
                    <a:pt x="10306" y="21600"/>
                  </a:cubicBezTo>
                  <a:cubicBezTo>
                    <a:pt x="11734" y="21600"/>
                    <a:pt x="11111" y="13556"/>
                    <a:pt x="13161" y="13556"/>
                  </a:cubicBezTo>
                  <a:cubicBezTo>
                    <a:pt x="14827" y="13556"/>
                    <a:pt x="16072" y="19123"/>
                    <a:pt x="17207" y="19123"/>
                  </a:cubicBezTo>
                  <a:cubicBezTo>
                    <a:pt x="17500" y="19123"/>
                    <a:pt x="17738" y="18761"/>
                    <a:pt x="17738" y="18260"/>
                  </a:cubicBezTo>
                  <a:cubicBezTo>
                    <a:pt x="17738" y="16729"/>
                    <a:pt x="16310" y="13639"/>
                    <a:pt x="16310" y="11607"/>
                  </a:cubicBezTo>
                  <a:cubicBezTo>
                    <a:pt x="16310" y="10382"/>
                    <a:pt x="16877" y="9798"/>
                    <a:pt x="17646" y="9798"/>
                  </a:cubicBezTo>
                  <a:cubicBezTo>
                    <a:pt x="18744" y="9798"/>
                    <a:pt x="20209" y="10800"/>
                    <a:pt x="21033" y="10800"/>
                  </a:cubicBezTo>
                  <a:cubicBezTo>
                    <a:pt x="21325" y="10800"/>
                    <a:pt x="21600" y="10661"/>
                    <a:pt x="21600" y="10160"/>
                  </a:cubicBezTo>
                  <a:cubicBezTo>
                    <a:pt x="21600" y="8434"/>
                    <a:pt x="17353" y="6541"/>
                    <a:pt x="17353" y="4314"/>
                  </a:cubicBezTo>
                  <a:cubicBezTo>
                    <a:pt x="17353" y="2060"/>
                    <a:pt x="19678" y="2060"/>
                    <a:pt x="19678" y="1058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5" name="Shape">
              <a:extLst>
                <a:ext uri="{FF2B5EF4-FFF2-40B4-BE49-F238E27FC236}">
                  <a16:creationId xmlns:a16="http://schemas.microsoft.com/office/drawing/2014/main" id="{FE079159-57D1-01C3-6ED0-BDD291DBB1F6}"/>
                </a:ext>
              </a:extLst>
            </p:cNvPr>
            <p:cNvSpPr/>
            <p:nvPr/>
          </p:nvSpPr>
          <p:spPr>
            <a:xfrm>
              <a:off x="8276451" y="1511253"/>
              <a:ext cx="1485680" cy="1314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818" y="8797"/>
                  </a:moveTo>
                  <a:cubicBezTo>
                    <a:pt x="16818" y="13102"/>
                    <a:pt x="14048" y="16419"/>
                    <a:pt x="9019" y="17332"/>
                  </a:cubicBezTo>
                  <a:cubicBezTo>
                    <a:pt x="9580" y="17388"/>
                    <a:pt x="10091" y="17388"/>
                    <a:pt x="10602" y="17369"/>
                  </a:cubicBezTo>
                  <a:cubicBezTo>
                    <a:pt x="16472" y="17369"/>
                    <a:pt x="18616" y="14350"/>
                    <a:pt x="18616" y="11834"/>
                  </a:cubicBezTo>
                  <a:cubicBezTo>
                    <a:pt x="18616" y="10418"/>
                    <a:pt x="17923" y="9169"/>
                    <a:pt x="16802" y="8778"/>
                  </a:cubicBezTo>
                  <a:moveTo>
                    <a:pt x="9580" y="13698"/>
                  </a:moveTo>
                  <a:cubicBezTo>
                    <a:pt x="9580" y="10250"/>
                    <a:pt x="2292" y="9393"/>
                    <a:pt x="2292" y="8610"/>
                  </a:cubicBezTo>
                  <a:cubicBezTo>
                    <a:pt x="2292" y="7977"/>
                    <a:pt x="6365" y="6914"/>
                    <a:pt x="8459" y="6858"/>
                  </a:cubicBezTo>
                  <a:cubicBezTo>
                    <a:pt x="5243" y="2199"/>
                    <a:pt x="660" y="2702"/>
                    <a:pt x="660" y="1864"/>
                  </a:cubicBezTo>
                  <a:cubicBezTo>
                    <a:pt x="660" y="1379"/>
                    <a:pt x="4089" y="410"/>
                    <a:pt x="7255" y="391"/>
                  </a:cubicBezTo>
                  <a:cubicBezTo>
                    <a:pt x="9910" y="391"/>
                    <a:pt x="12399" y="1062"/>
                    <a:pt x="12399" y="3336"/>
                  </a:cubicBezTo>
                  <a:cubicBezTo>
                    <a:pt x="12399" y="4603"/>
                    <a:pt x="11509" y="5908"/>
                    <a:pt x="11509" y="7846"/>
                  </a:cubicBezTo>
                  <a:cubicBezTo>
                    <a:pt x="11509" y="8908"/>
                    <a:pt x="11987" y="9840"/>
                    <a:pt x="13224" y="9840"/>
                  </a:cubicBezTo>
                  <a:cubicBezTo>
                    <a:pt x="14559" y="9840"/>
                    <a:pt x="14856" y="8237"/>
                    <a:pt x="14856" y="6542"/>
                  </a:cubicBezTo>
                  <a:cubicBezTo>
                    <a:pt x="14856" y="5144"/>
                    <a:pt x="14642" y="4063"/>
                    <a:pt x="14642" y="3392"/>
                  </a:cubicBezTo>
                  <a:cubicBezTo>
                    <a:pt x="14642" y="1360"/>
                    <a:pt x="15878" y="0"/>
                    <a:pt x="17643" y="0"/>
                  </a:cubicBezTo>
                  <a:cubicBezTo>
                    <a:pt x="19110" y="0"/>
                    <a:pt x="19440" y="727"/>
                    <a:pt x="21600" y="727"/>
                  </a:cubicBezTo>
                  <a:cubicBezTo>
                    <a:pt x="20446" y="1510"/>
                    <a:pt x="20017" y="2907"/>
                    <a:pt x="20017" y="3597"/>
                  </a:cubicBezTo>
                  <a:cubicBezTo>
                    <a:pt x="20017" y="5628"/>
                    <a:pt x="21188" y="7045"/>
                    <a:pt x="21188" y="11219"/>
                  </a:cubicBezTo>
                  <a:cubicBezTo>
                    <a:pt x="21188" y="18879"/>
                    <a:pt x="14856" y="21600"/>
                    <a:pt x="7074" y="21600"/>
                  </a:cubicBezTo>
                  <a:cubicBezTo>
                    <a:pt x="4930" y="21600"/>
                    <a:pt x="2655" y="21414"/>
                    <a:pt x="429" y="21022"/>
                  </a:cubicBezTo>
                  <a:cubicBezTo>
                    <a:pt x="82" y="20966"/>
                    <a:pt x="0" y="20873"/>
                    <a:pt x="0" y="20631"/>
                  </a:cubicBezTo>
                  <a:cubicBezTo>
                    <a:pt x="0" y="19997"/>
                    <a:pt x="3050" y="19662"/>
                    <a:pt x="3050" y="16549"/>
                  </a:cubicBezTo>
                  <a:cubicBezTo>
                    <a:pt x="3050" y="15338"/>
                    <a:pt x="2704" y="14183"/>
                    <a:pt x="2704" y="13735"/>
                  </a:cubicBezTo>
                  <a:cubicBezTo>
                    <a:pt x="2704" y="13493"/>
                    <a:pt x="2869" y="13344"/>
                    <a:pt x="3050" y="13344"/>
                  </a:cubicBezTo>
                  <a:cubicBezTo>
                    <a:pt x="3693" y="13344"/>
                    <a:pt x="4980" y="16158"/>
                    <a:pt x="7387" y="16158"/>
                  </a:cubicBezTo>
                  <a:cubicBezTo>
                    <a:pt x="8030" y="16158"/>
                    <a:pt x="9613" y="15916"/>
                    <a:pt x="9613" y="13679"/>
                  </a:cubicBezTo>
                  <a:moveTo>
                    <a:pt x="16555" y="2963"/>
                  </a:moveTo>
                  <a:cubicBezTo>
                    <a:pt x="16555" y="3634"/>
                    <a:pt x="17033" y="4175"/>
                    <a:pt x="17626" y="4175"/>
                  </a:cubicBezTo>
                  <a:cubicBezTo>
                    <a:pt x="18220" y="4175"/>
                    <a:pt x="18698" y="3634"/>
                    <a:pt x="18698" y="2963"/>
                  </a:cubicBezTo>
                  <a:cubicBezTo>
                    <a:pt x="18698" y="2292"/>
                    <a:pt x="18220" y="1752"/>
                    <a:pt x="17626" y="1752"/>
                  </a:cubicBezTo>
                  <a:cubicBezTo>
                    <a:pt x="17033" y="1752"/>
                    <a:pt x="16555" y="2292"/>
                    <a:pt x="16555" y="2963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6" name="Shape">
              <a:extLst>
                <a:ext uri="{FF2B5EF4-FFF2-40B4-BE49-F238E27FC236}">
                  <a16:creationId xmlns:a16="http://schemas.microsoft.com/office/drawing/2014/main" id="{078AFA3F-846D-78D7-0703-C26766AC70A0}"/>
                </a:ext>
              </a:extLst>
            </p:cNvPr>
            <p:cNvSpPr/>
            <p:nvPr/>
          </p:nvSpPr>
          <p:spPr>
            <a:xfrm>
              <a:off x="7954365" y="3790808"/>
              <a:ext cx="1831583" cy="2445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64" y="5550"/>
                  </a:moveTo>
                  <a:cubicBezTo>
                    <a:pt x="14164" y="4999"/>
                    <a:pt x="12318" y="4949"/>
                    <a:pt x="12144" y="3416"/>
                  </a:cubicBezTo>
                  <a:cubicBezTo>
                    <a:pt x="12104" y="3186"/>
                    <a:pt x="12010" y="2765"/>
                    <a:pt x="11623" y="2765"/>
                  </a:cubicBezTo>
                  <a:cubicBezTo>
                    <a:pt x="10994" y="2765"/>
                    <a:pt x="11489" y="4198"/>
                    <a:pt x="10793" y="4198"/>
                  </a:cubicBezTo>
                  <a:cubicBezTo>
                    <a:pt x="9188" y="4198"/>
                    <a:pt x="8667" y="1853"/>
                    <a:pt x="8078" y="1853"/>
                  </a:cubicBezTo>
                  <a:cubicBezTo>
                    <a:pt x="7945" y="1853"/>
                    <a:pt x="7771" y="1934"/>
                    <a:pt x="7771" y="2244"/>
                  </a:cubicBezTo>
                  <a:cubicBezTo>
                    <a:pt x="7771" y="2535"/>
                    <a:pt x="7838" y="2715"/>
                    <a:pt x="7838" y="3056"/>
                  </a:cubicBezTo>
                  <a:cubicBezTo>
                    <a:pt x="7838" y="3396"/>
                    <a:pt x="7731" y="3627"/>
                    <a:pt x="7316" y="3627"/>
                  </a:cubicBezTo>
                  <a:cubicBezTo>
                    <a:pt x="6380" y="3627"/>
                    <a:pt x="5537" y="1984"/>
                    <a:pt x="4735" y="1984"/>
                  </a:cubicBezTo>
                  <a:cubicBezTo>
                    <a:pt x="4561" y="1984"/>
                    <a:pt x="4387" y="2064"/>
                    <a:pt x="4387" y="2194"/>
                  </a:cubicBezTo>
                  <a:cubicBezTo>
                    <a:pt x="4387" y="2505"/>
                    <a:pt x="5082" y="3076"/>
                    <a:pt x="5082" y="3366"/>
                  </a:cubicBezTo>
                  <a:cubicBezTo>
                    <a:pt x="5082" y="3987"/>
                    <a:pt x="2822" y="3657"/>
                    <a:pt x="2822" y="4178"/>
                  </a:cubicBezTo>
                  <a:cubicBezTo>
                    <a:pt x="2822" y="4408"/>
                    <a:pt x="3130" y="4488"/>
                    <a:pt x="3558" y="4488"/>
                  </a:cubicBezTo>
                  <a:cubicBezTo>
                    <a:pt x="4293" y="4488"/>
                    <a:pt x="5443" y="4258"/>
                    <a:pt x="6032" y="4258"/>
                  </a:cubicBezTo>
                  <a:cubicBezTo>
                    <a:pt x="6380" y="4258"/>
                    <a:pt x="6901" y="4308"/>
                    <a:pt x="6901" y="4649"/>
                  </a:cubicBezTo>
                  <a:cubicBezTo>
                    <a:pt x="6901" y="5009"/>
                    <a:pt x="5644" y="5480"/>
                    <a:pt x="5644" y="5821"/>
                  </a:cubicBezTo>
                  <a:cubicBezTo>
                    <a:pt x="5644" y="5981"/>
                    <a:pt x="5858" y="6051"/>
                    <a:pt x="6032" y="6051"/>
                  </a:cubicBezTo>
                  <a:cubicBezTo>
                    <a:pt x="6968" y="6051"/>
                    <a:pt x="8640" y="4829"/>
                    <a:pt x="9817" y="4829"/>
                  </a:cubicBezTo>
                  <a:cubicBezTo>
                    <a:pt x="10031" y="4829"/>
                    <a:pt x="10553" y="4909"/>
                    <a:pt x="10553" y="5140"/>
                  </a:cubicBezTo>
                  <a:cubicBezTo>
                    <a:pt x="10553" y="5480"/>
                    <a:pt x="9376" y="6081"/>
                    <a:pt x="9376" y="6572"/>
                  </a:cubicBezTo>
                  <a:cubicBezTo>
                    <a:pt x="9376" y="6702"/>
                    <a:pt x="9483" y="6863"/>
                    <a:pt x="9683" y="6863"/>
                  </a:cubicBezTo>
                  <a:cubicBezTo>
                    <a:pt x="10312" y="6863"/>
                    <a:pt x="11141" y="5640"/>
                    <a:pt x="12331" y="5640"/>
                  </a:cubicBezTo>
                  <a:cubicBezTo>
                    <a:pt x="12786" y="5640"/>
                    <a:pt x="13441" y="5771"/>
                    <a:pt x="13789" y="5771"/>
                  </a:cubicBezTo>
                  <a:cubicBezTo>
                    <a:pt x="14070" y="5771"/>
                    <a:pt x="14177" y="5640"/>
                    <a:pt x="14177" y="5560"/>
                  </a:cubicBezTo>
                  <a:moveTo>
                    <a:pt x="15087" y="18194"/>
                  </a:moveTo>
                  <a:cubicBezTo>
                    <a:pt x="15648" y="16891"/>
                    <a:pt x="16344" y="15980"/>
                    <a:pt x="17481" y="14567"/>
                  </a:cubicBezTo>
                  <a:cubicBezTo>
                    <a:pt x="16344" y="14126"/>
                    <a:pt x="13308" y="13184"/>
                    <a:pt x="13308" y="11652"/>
                  </a:cubicBezTo>
                  <a:cubicBezTo>
                    <a:pt x="13308" y="9848"/>
                    <a:pt x="16304" y="8446"/>
                    <a:pt x="16919" y="8446"/>
                  </a:cubicBezTo>
                  <a:cubicBezTo>
                    <a:pt x="17200" y="8446"/>
                    <a:pt x="17267" y="8626"/>
                    <a:pt x="17267" y="8967"/>
                  </a:cubicBezTo>
                  <a:cubicBezTo>
                    <a:pt x="17267" y="9908"/>
                    <a:pt x="16678" y="11421"/>
                    <a:pt x="16678" y="12223"/>
                  </a:cubicBezTo>
                  <a:cubicBezTo>
                    <a:pt x="16678" y="12954"/>
                    <a:pt x="17307" y="13655"/>
                    <a:pt x="17868" y="13655"/>
                  </a:cubicBezTo>
                  <a:cubicBezTo>
                    <a:pt x="18457" y="13655"/>
                    <a:pt x="20102" y="12092"/>
                    <a:pt x="20089" y="10550"/>
                  </a:cubicBezTo>
                  <a:cubicBezTo>
                    <a:pt x="20089" y="7784"/>
                    <a:pt x="16852" y="6953"/>
                    <a:pt x="15849" y="6953"/>
                  </a:cubicBezTo>
                  <a:cubicBezTo>
                    <a:pt x="14913" y="6953"/>
                    <a:pt x="13201" y="8105"/>
                    <a:pt x="9202" y="8105"/>
                  </a:cubicBezTo>
                  <a:cubicBezTo>
                    <a:pt x="1725" y="8105"/>
                    <a:pt x="13" y="2565"/>
                    <a:pt x="0" y="130"/>
                  </a:cubicBezTo>
                  <a:cubicBezTo>
                    <a:pt x="0" y="30"/>
                    <a:pt x="40" y="0"/>
                    <a:pt x="67" y="0"/>
                  </a:cubicBezTo>
                  <a:cubicBezTo>
                    <a:pt x="241" y="0"/>
                    <a:pt x="976" y="681"/>
                    <a:pt x="3344" y="681"/>
                  </a:cubicBezTo>
                  <a:cubicBezTo>
                    <a:pt x="4561" y="681"/>
                    <a:pt x="5671" y="441"/>
                    <a:pt x="7450" y="441"/>
                  </a:cubicBezTo>
                  <a:cubicBezTo>
                    <a:pt x="11623" y="441"/>
                    <a:pt x="13468" y="2605"/>
                    <a:pt x="16050" y="5360"/>
                  </a:cubicBezTo>
                  <a:cubicBezTo>
                    <a:pt x="17614" y="6091"/>
                    <a:pt x="21333" y="7263"/>
                    <a:pt x="21346" y="10570"/>
                  </a:cubicBezTo>
                  <a:cubicBezTo>
                    <a:pt x="21346" y="13485"/>
                    <a:pt x="17200" y="15108"/>
                    <a:pt x="16210" y="18234"/>
                  </a:cubicBezTo>
                  <a:cubicBezTo>
                    <a:pt x="17802" y="18104"/>
                    <a:pt x="18738" y="15960"/>
                    <a:pt x="20383" y="15960"/>
                  </a:cubicBezTo>
                  <a:cubicBezTo>
                    <a:pt x="21226" y="15960"/>
                    <a:pt x="21600" y="16450"/>
                    <a:pt x="21600" y="17242"/>
                  </a:cubicBezTo>
                  <a:cubicBezTo>
                    <a:pt x="21600" y="18384"/>
                    <a:pt x="20731" y="20107"/>
                    <a:pt x="19059" y="21179"/>
                  </a:cubicBezTo>
                  <a:cubicBezTo>
                    <a:pt x="19099" y="21079"/>
                    <a:pt x="19099" y="20949"/>
                    <a:pt x="19099" y="20788"/>
                  </a:cubicBezTo>
                  <a:cubicBezTo>
                    <a:pt x="19099" y="20057"/>
                    <a:pt x="18711" y="19015"/>
                    <a:pt x="17601" y="19015"/>
                  </a:cubicBezTo>
                  <a:cubicBezTo>
                    <a:pt x="15862" y="19015"/>
                    <a:pt x="15314" y="20428"/>
                    <a:pt x="14338" y="21600"/>
                  </a:cubicBezTo>
                  <a:cubicBezTo>
                    <a:pt x="13321" y="18945"/>
                    <a:pt x="11957" y="16541"/>
                    <a:pt x="9523" y="15088"/>
                  </a:cubicBezTo>
                  <a:cubicBezTo>
                    <a:pt x="7062" y="13605"/>
                    <a:pt x="2809" y="14417"/>
                    <a:pt x="2809" y="11702"/>
                  </a:cubicBezTo>
                  <a:cubicBezTo>
                    <a:pt x="2809" y="10970"/>
                    <a:pt x="3437" y="9928"/>
                    <a:pt x="3437" y="9097"/>
                  </a:cubicBezTo>
                  <a:cubicBezTo>
                    <a:pt x="3437" y="8806"/>
                    <a:pt x="3370" y="8546"/>
                    <a:pt x="3156" y="8345"/>
                  </a:cubicBezTo>
                  <a:cubicBezTo>
                    <a:pt x="6500" y="9287"/>
                    <a:pt x="5323" y="10950"/>
                    <a:pt x="7383" y="12673"/>
                  </a:cubicBezTo>
                  <a:cubicBezTo>
                    <a:pt x="8667" y="13765"/>
                    <a:pt x="12211" y="14807"/>
                    <a:pt x="14271" y="19316"/>
                  </a:cubicBezTo>
                  <a:cubicBezTo>
                    <a:pt x="14311" y="19186"/>
                    <a:pt x="14338" y="18845"/>
                    <a:pt x="14338" y="18614"/>
                  </a:cubicBezTo>
                  <a:cubicBezTo>
                    <a:pt x="14338" y="14757"/>
                    <a:pt x="7517" y="10980"/>
                    <a:pt x="6915" y="9417"/>
                  </a:cubicBezTo>
                  <a:cubicBezTo>
                    <a:pt x="10874" y="9758"/>
                    <a:pt x="11569" y="10479"/>
                    <a:pt x="13455" y="14397"/>
                  </a:cubicBezTo>
                  <a:cubicBezTo>
                    <a:pt x="13843" y="15208"/>
                    <a:pt x="15100" y="17212"/>
                    <a:pt x="15100" y="18204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7" name="Shape">
              <a:extLst>
                <a:ext uri="{FF2B5EF4-FFF2-40B4-BE49-F238E27FC236}">
                  <a16:creationId xmlns:a16="http://schemas.microsoft.com/office/drawing/2014/main" id="{BC992C2E-2B36-993F-C3ED-0A669874A4D3}"/>
                </a:ext>
              </a:extLst>
            </p:cNvPr>
            <p:cNvSpPr/>
            <p:nvPr/>
          </p:nvSpPr>
          <p:spPr>
            <a:xfrm>
              <a:off x="6620656" y="1505583"/>
              <a:ext cx="1706831" cy="1389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601" y="19026"/>
                  </a:moveTo>
                  <a:cubicBezTo>
                    <a:pt x="9989" y="19026"/>
                    <a:pt x="8267" y="17421"/>
                    <a:pt x="8267" y="16592"/>
                  </a:cubicBezTo>
                  <a:cubicBezTo>
                    <a:pt x="8267" y="16187"/>
                    <a:pt x="8496" y="15905"/>
                    <a:pt x="8784" y="15905"/>
                  </a:cubicBezTo>
                  <a:cubicBezTo>
                    <a:pt x="9602" y="15905"/>
                    <a:pt x="11396" y="17456"/>
                    <a:pt x="11998" y="17456"/>
                  </a:cubicBezTo>
                  <a:cubicBezTo>
                    <a:pt x="12142" y="17456"/>
                    <a:pt x="12257" y="17368"/>
                    <a:pt x="12257" y="17086"/>
                  </a:cubicBezTo>
                  <a:cubicBezTo>
                    <a:pt x="12257" y="16257"/>
                    <a:pt x="11625" y="14882"/>
                    <a:pt x="11625" y="14194"/>
                  </a:cubicBezTo>
                  <a:cubicBezTo>
                    <a:pt x="11625" y="14018"/>
                    <a:pt x="11740" y="13877"/>
                    <a:pt x="11955" y="13877"/>
                  </a:cubicBezTo>
                  <a:cubicBezTo>
                    <a:pt x="12960" y="13877"/>
                    <a:pt x="14453" y="14388"/>
                    <a:pt x="15242" y="14371"/>
                  </a:cubicBezTo>
                  <a:cubicBezTo>
                    <a:pt x="15500" y="14371"/>
                    <a:pt x="15572" y="14194"/>
                    <a:pt x="15572" y="14000"/>
                  </a:cubicBezTo>
                  <a:cubicBezTo>
                    <a:pt x="15572" y="12995"/>
                    <a:pt x="13147" y="11020"/>
                    <a:pt x="13147" y="10421"/>
                  </a:cubicBezTo>
                  <a:cubicBezTo>
                    <a:pt x="13147" y="9874"/>
                    <a:pt x="16161" y="9046"/>
                    <a:pt x="16161" y="8164"/>
                  </a:cubicBezTo>
                  <a:cubicBezTo>
                    <a:pt x="16161" y="7247"/>
                    <a:pt x="12056" y="7899"/>
                    <a:pt x="12056" y="7018"/>
                  </a:cubicBezTo>
                  <a:cubicBezTo>
                    <a:pt x="12056" y="6383"/>
                    <a:pt x="12845" y="5272"/>
                    <a:pt x="12845" y="4761"/>
                  </a:cubicBezTo>
                  <a:cubicBezTo>
                    <a:pt x="12845" y="4532"/>
                    <a:pt x="12702" y="4443"/>
                    <a:pt x="12429" y="4443"/>
                  </a:cubicBezTo>
                  <a:cubicBezTo>
                    <a:pt x="12099" y="4443"/>
                    <a:pt x="10305" y="5325"/>
                    <a:pt x="9544" y="5325"/>
                  </a:cubicBezTo>
                  <a:cubicBezTo>
                    <a:pt x="9171" y="5325"/>
                    <a:pt x="8726" y="5237"/>
                    <a:pt x="8726" y="4584"/>
                  </a:cubicBezTo>
                  <a:cubicBezTo>
                    <a:pt x="8726" y="3527"/>
                    <a:pt x="10176" y="2380"/>
                    <a:pt x="12458" y="2380"/>
                  </a:cubicBezTo>
                  <a:cubicBezTo>
                    <a:pt x="16146" y="2380"/>
                    <a:pt x="18356" y="5501"/>
                    <a:pt x="18356" y="10721"/>
                  </a:cubicBezTo>
                  <a:cubicBezTo>
                    <a:pt x="18356" y="17333"/>
                    <a:pt x="14596" y="18990"/>
                    <a:pt x="12572" y="18990"/>
                  </a:cubicBezTo>
                  <a:moveTo>
                    <a:pt x="5310" y="10315"/>
                  </a:moveTo>
                  <a:cubicBezTo>
                    <a:pt x="5310" y="9804"/>
                    <a:pt x="3846" y="8852"/>
                    <a:pt x="3846" y="8305"/>
                  </a:cubicBezTo>
                  <a:cubicBezTo>
                    <a:pt x="3846" y="8217"/>
                    <a:pt x="3918" y="8164"/>
                    <a:pt x="4033" y="8164"/>
                  </a:cubicBezTo>
                  <a:cubicBezTo>
                    <a:pt x="4449" y="8164"/>
                    <a:pt x="5152" y="8340"/>
                    <a:pt x="5712" y="8340"/>
                  </a:cubicBezTo>
                  <a:cubicBezTo>
                    <a:pt x="6200" y="8340"/>
                    <a:pt x="6272" y="5766"/>
                    <a:pt x="6631" y="5766"/>
                  </a:cubicBezTo>
                  <a:cubicBezTo>
                    <a:pt x="6889" y="5766"/>
                    <a:pt x="7334" y="8199"/>
                    <a:pt x="7750" y="8199"/>
                  </a:cubicBezTo>
                  <a:cubicBezTo>
                    <a:pt x="8238" y="8199"/>
                    <a:pt x="9128" y="7512"/>
                    <a:pt x="9501" y="7512"/>
                  </a:cubicBezTo>
                  <a:cubicBezTo>
                    <a:pt x="9573" y="7512"/>
                    <a:pt x="9645" y="7564"/>
                    <a:pt x="9645" y="7653"/>
                  </a:cubicBezTo>
                  <a:cubicBezTo>
                    <a:pt x="9645" y="7970"/>
                    <a:pt x="8712" y="9204"/>
                    <a:pt x="8712" y="9575"/>
                  </a:cubicBezTo>
                  <a:cubicBezTo>
                    <a:pt x="8712" y="9980"/>
                    <a:pt x="10807" y="10491"/>
                    <a:pt x="10807" y="10862"/>
                  </a:cubicBezTo>
                  <a:cubicBezTo>
                    <a:pt x="10807" y="11320"/>
                    <a:pt x="8683" y="11285"/>
                    <a:pt x="8683" y="11690"/>
                  </a:cubicBezTo>
                  <a:cubicBezTo>
                    <a:pt x="8683" y="12008"/>
                    <a:pt x="9472" y="13295"/>
                    <a:pt x="9472" y="13701"/>
                  </a:cubicBezTo>
                  <a:cubicBezTo>
                    <a:pt x="9472" y="13789"/>
                    <a:pt x="9429" y="13842"/>
                    <a:pt x="9358" y="13842"/>
                  </a:cubicBezTo>
                  <a:cubicBezTo>
                    <a:pt x="9056" y="13842"/>
                    <a:pt x="7894" y="13207"/>
                    <a:pt x="7564" y="13207"/>
                  </a:cubicBezTo>
                  <a:cubicBezTo>
                    <a:pt x="7147" y="13207"/>
                    <a:pt x="6487" y="15094"/>
                    <a:pt x="6157" y="15094"/>
                  </a:cubicBezTo>
                  <a:cubicBezTo>
                    <a:pt x="6042" y="15094"/>
                    <a:pt x="5970" y="14917"/>
                    <a:pt x="5970" y="14688"/>
                  </a:cubicBezTo>
                  <a:lnTo>
                    <a:pt x="5899" y="12854"/>
                  </a:lnTo>
                  <a:cubicBezTo>
                    <a:pt x="5899" y="12678"/>
                    <a:pt x="5827" y="12484"/>
                    <a:pt x="5640" y="12484"/>
                  </a:cubicBezTo>
                  <a:cubicBezTo>
                    <a:pt x="5195" y="12484"/>
                    <a:pt x="4334" y="12431"/>
                    <a:pt x="4062" y="12431"/>
                  </a:cubicBezTo>
                  <a:cubicBezTo>
                    <a:pt x="3875" y="12431"/>
                    <a:pt x="3803" y="12378"/>
                    <a:pt x="3803" y="12290"/>
                  </a:cubicBezTo>
                  <a:cubicBezTo>
                    <a:pt x="3803" y="11920"/>
                    <a:pt x="5296" y="10632"/>
                    <a:pt x="5296" y="10315"/>
                  </a:cubicBezTo>
                  <a:moveTo>
                    <a:pt x="4234" y="17844"/>
                  </a:moveTo>
                  <a:cubicBezTo>
                    <a:pt x="4837" y="17844"/>
                    <a:pt x="4951" y="19643"/>
                    <a:pt x="5066" y="20683"/>
                  </a:cubicBezTo>
                  <a:cubicBezTo>
                    <a:pt x="5138" y="21230"/>
                    <a:pt x="5210" y="21283"/>
                    <a:pt x="5396" y="21283"/>
                  </a:cubicBezTo>
                  <a:cubicBezTo>
                    <a:pt x="5841" y="21283"/>
                    <a:pt x="6545" y="19167"/>
                    <a:pt x="7033" y="19167"/>
                  </a:cubicBezTo>
                  <a:cubicBezTo>
                    <a:pt x="7736" y="19167"/>
                    <a:pt x="9645" y="21600"/>
                    <a:pt x="12831" y="21600"/>
                  </a:cubicBezTo>
                  <a:cubicBezTo>
                    <a:pt x="17352" y="21600"/>
                    <a:pt x="21600" y="17686"/>
                    <a:pt x="21600" y="10809"/>
                  </a:cubicBezTo>
                  <a:cubicBezTo>
                    <a:pt x="21600" y="4161"/>
                    <a:pt x="17782" y="264"/>
                    <a:pt x="12515" y="264"/>
                  </a:cubicBezTo>
                  <a:cubicBezTo>
                    <a:pt x="10018" y="264"/>
                    <a:pt x="8181" y="1781"/>
                    <a:pt x="7205" y="1781"/>
                  </a:cubicBezTo>
                  <a:cubicBezTo>
                    <a:pt x="6616" y="1834"/>
                    <a:pt x="5712" y="0"/>
                    <a:pt x="5267" y="0"/>
                  </a:cubicBezTo>
                  <a:cubicBezTo>
                    <a:pt x="5081" y="0"/>
                    <a:pt x="4894" y="458"/>
                    <a:pt x="4894" y="1234"/>
                  </a:cubicBezTo>
                  <a:cubicBezTo>
                    <a:pt x="4894" y="1746"/>
                    <a:pt x="4894" y="3350"/>
                    <a:pt x="4449" y="3350"/>
                  </a:cubicBezTo>
                  <a:cubicBezTo>
                    <a:pt x="3545" y="3350"/>
                    <a:pt x="72" y="194"/>
                    <a:pt x="72" y="1340"/>
                  </a:cubicBezTo>
                  <a:cubicBezTo>
                    <a:pt x="72" y="2398"/>
                    <a:pt x="2397" y="5607"/>
                    <a:pt x="2397" y="6436"/>
                  </a:cubicBezTo>
                  <a:cubicBezTo>
                    <a:pt x="2397" y="7265"/>
                    <a:pt x="115" y="8040"/>
                    <a:pt x="115" y="8587"/>
                  </a:cubicBezTo>
                  <a:cubicBezTo>
                    <a:pt x="115" y="9592"/>
                    <a:pt x="2540" y="9768"/>
                    <a:pt x="2540" y="11056"/>
                  </a:cubicBezTo>
                  <a:cubicBezTo>
                    <a:pt x="2540" y="12343"/>
                    <a:pt x="0" y="13348"/>
                    <a:pt x="0" y="14318"/>
                  </a:cubicBezTo>
                  <a:cubicBezTo>
                    <a:pt x="0" y="15094"/>
                    <a:pt x="2540" y="14547"/>
                    <a:pt x="2540" y="15499"/>
                  </a:cubicBezTo>
                  <a:cubicBezTo>
                    <a:pt x="2540" y="16469"/>
                    <a:pt x="675" y="19678"/>
                    <a:pt x="675" y="20595"/>
                  </a:cubicBezTo>
                  <a:cubicBezTo>
                    <a:pt x="675" y="20824"/>
                    <a:pt x="718" y="20824"/>
                    <a:pt x="861" y="20824"/>
                  </a:cubicBezTo>
                  <a:cubicBezTo>
                    <a:pt x="1564" y="20824"/>
                    <a:pt x="3703" y="17844"/>
                    <a:pt x="4220" y="17844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8" name="Line">
              <a:extLst>
                <a:ext uri="{FF2B5EF4-FFF2-40B4-BE49-F238E27FC236}">
                  <a16:creationId xmlns:a16="http://schemas.microsoft.com/office/drawing/2014/main" id="{D2754059-7094-DB7A-88A5-5E7EE4749D6C}"/>
                </a:ext>
              </a:extLst>
            </p:cNvPr>
            <p:cNvSpPr/>
            <p:nvPr/>
          </p:nvSpPr>
          <p:spPr>
            <a:xfrm>
              <a:off x="4682467" y="7619551"/>
              <a:ext cx="1249786" cy="928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69" y="5037"/>
                  </a:moveTo>
                  <a:cubicBezTo>
                    <a:pt x="16269" y="5644"/>
                    <a:pt x="16112" y="6356"/>
                    <a:pt x="15700" y="7042"/>
                  </a:cubicBezTo>
                  <a:cubicBezTo>
                    <a:pt x="15132" y="5670"/>
                    <a:pt x="13564" y="4985"/>
                    <a:pt x="12838" y="4985"/>
                  </a:cubicBezTo>
                  <a:cubicBezTo>
                    <a:pt x="7585" y="4985"/>
                    <a:pt x="9585" y="15218"/>
                    <a:pt x="3979" y="15218"/>
                  </a:cubicBezTo>
                  <a:cubicBezTo>
                    <a:pt x="1627" y="15218"/>
                    <a:pt x="1431" y="14796"/>
                    <a:pt x="568" y="14822"/>
                  </a:cubicBezTo>
                  <a:cubicBezTo>
                    <a:pt x="216" y="14822"/>
                    <a:pt x="0" y="15033"/>
                    <a:pt x="0" y="15429"/>
                  </a:cubicBezTo>
                  <a:cubicBezTo>
                    <a:pt x="0" y="17222"/>
                    <a:pt x="1901" y="21600"/>
                    <a:pt x="7135" y="21600"/>
                  </a:cubicBezTo>
                  <a:cubicBezTo>
                    <a:pt x="12388" y="21600"/>
                    <a:pt x="17445" y="17275"/>
                    <a:pt x="17425" y="11921"/>
                  </a:cubicBezTo>
                  <a:cubicBezTo>
                    <a:pt x="17425" y="11024"/>
                    <a:pt x="17268" y="10075"/>
                    <a:pt x="16955" y="9125"/>
                  </a:cubicBezTo>
                  <a:cubicBezTo>
                    <a:pt x="17151" y="8703"/>
                    <a:pt x="17660" y="8440"/>
                    <a:pt x="18131" y="8440"/>
                  </a:cubicBezTo>
                  <a:cubicBezTo>
                    <a:pt x="18954" y="8440"/>
                    <a:pt x="19405" y="9679"/>
                    <a:pt x="20169" y="9679"/>
                  </a:cubicBezTo>
                  <a:cubicBezTo>
                    <a:pt x="20992" y="9679"/>
                    <a:pt x="21600" y="8862"/>
                    <a:pt x="21600" y="7754"/>
                  </a:cubicBezTo>
                  <a:cubicBezTo>
                    <a:pt x="21600" y="6857"/>
                    <a:pt x="21247" y="6251"/>
                    <a:pt x="20620" y="5829"/>
                  </a:cubicBezTo>
                  <a:cubicBezTo>
                    <a:pt x="21032" y="5407"/>
                    <a:pt x="21326" y="4721"/>
                    <a:pt x="21326" y="3982"/>
                  </a:cubicBezTo>
                  <a:cubicBezTo>
                    <a:pt x="21326" y="2822"/>
                    <a:pt x="20718" y="1714"/>
                    <a:pt x="19699" y="1714"/>
                  </a:cubicBezTo>
                  <a:cubicBezTo>
                    <a:pt x="19248" y="1714"/>
                    <a:pt x="18934" y="1925"/>
                    <a:pt x="18581" y="2400"/>
                  </a:cubicBezTo>
                  <a:cubicBezTo>
                    <a:pt x="18483" y="1160"/>
                    <a:pt x="17974" y="0"/>
                    <a:pt x="16994" y="0"/>
                  </a:cubicBezTo>
                  <a:cubicBezTo>
                    <a:pt x="16229" y="0"/>
                    <a:pt x="15661" y="765"/>
                    <a:pt x="15661" y="1925"/>
                  </a:cubicBezTo>
                  <a:cubicBezTo>
                    <a:pt x="15661" y="3007"/>
                    <a:pt x="16229" y="3903"/>
                    <a:pt x="16229" y="5064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9" name="Shape">
              <a:extLst>
                <a:ext uri="{FF2B5EF4-FFF2-40B4-BE49-F238E27FC236}">
                  <a16:creationId xmlns:a16="http://schemas.microsoft.com/office/drawing/2014/main" id="{E2489C0E-6944-76B2-3921-7DF554628A19}"/>
                </a:ext>
              </a:extLst>
            </p:cNvPr>
            <p:cNvSpPr/>
            <p:nvPr/>
          </p:nvSpPr>
          <p:spPr>
            <a:xfrm>
              <a:off x="3789917" y="7016207"/>
              <a:ext cx="1239587" cy="10842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0" h="21578" extrusionOk="0">
                  <a:moveTo>
                    <a:pt x="3751" y="5417"/>
                  </a:moveTo>
                  <a:cubicBezTo>
                    <a:pt x="7858" y="6591"/>
                    <a:pt x="9911" y="9096"/>
                    <a:pt x="10326" y="12098"/>
                  </a:cubicBezTo>
                  <a:cubicBezTo>
                    <a:pt x="10741" y="14964"/>
                    <a:pt x="11254" y="17312"/>
                    <a:pt x="12221" y="18485"/>
                  </a:cubicBezTo>
                  <a:cubicBezTo>
                    <a:pt x="13505" y="20133"/>
                    <a:pt x="16032" y="21600"/>
                    <a:pt x="18243" y="21577"/>
                  </a:cubicBezTo>
                  <a:cubicBezTo>
                    <a:pt x="20099" y="21577"/>
                    <a:pt x="21580" y="20878"/>
                    <a:pt x="21580" y="18937"/>
                  </a:cubicBezTo>
                  <a:cubicBezTo>
                    <a:pt x="21580" y="16815"/>
                    <a:pt x="19053" y="12075"/>
                    <a:pt x="15361" y="12075"/>
                  </a:cubicBezTo>
                  <a:cubicBezTo>
                    <a:pt x="15005" y="12075"/>
                    <a:pt x="14531" y="12143"/>
                    <a:pt x="14018" y="12143"/>
                  </a:cubicBezTo>
                  <a:cubicBezTo>
                    <a:pt x="13564" y="12143"/>
                    <a:pt x="12893" y="12030"/>
                    <a:pt x="12478" y="11624"/>
                  </a:cubicBezTo>
                  <a:cubicBezTo>
                    <a:pt x="11649" y="10811"/>
                    <a:pt x="11392" y="6387"/>
                    <a:pt x="9852" y="3747"/>
                  </a:cubicBezTo>
                  <a:cubicBezTo>
                    <a:pt x="8154" y="813"/>
                    <a:pt x="6298" y="0"/>
                    <a:pt x="3791" y="0"/>
                  </a:cubicBezTo>
                  <a:cubicBezTo>
                    <a:pt x="1994" y="0"/>
                    <a:pt x="-20" y="1129"/>
                    <a:pt x="0" y="2754"/>
                  </a:cubicBezTo>
                  <a:cubicBezTo>
                    <a:pt x="0" y="3747"/>
                    <a:pt x="454" y="4446"/>
                    <a:pt x="3751" y="5394"/>
                  </a:cubicBezTo>
                  <a:moveTo>
                    <a:pt x="18105" y="18553"/>
                  </a:moveTo>
                  <a:cubicBezTo>
                    <a:pt x="16565" y="18553"/>
                    <a:pt x="14255" y="16680"/>
                    <a:pt x="14255" y="15619"/>
                  </a:cubicBezTo>
                  <a:cubicBezTo>
                    <a:pt x="14255" y="14739"/>
                    <a:pt x="14966" y="14265"/>
                    <a:pt x="15538" y="14265"/>
                  </a:cubicBezTo>
                  <a:cubicBezTo>
                    <a:pt x="16822" y="14265"/>
                    <a:pt x="19132" y="16093"/>
                    <a:pt x="19132" y="17605"/>
                  </a:cubicBezTo>
                  <a:cubicBezTo>
                    <a:pt x="19132" y="18011"/>
                    <a:pt x="18875" y="18553"/>
                    <a:pt x="18105" y="18553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90" name="Shape">
              <a:extLst>
                <a:ext uri="{FF2B5EF4-FFF2-40B4-BE49-F238E27FC236}">
                  <a16:creationId xmlns:a16="http://schemas.microsoft.com/office/drawing/2014/main" id="{54EBDCB4-98C9-246E-1478-EB3CD6451EDB}"/>
                </a:ext>
              </a:extLst>
            </p:cNvPr>
            <p:cNvSpPr/>
            <p:nvPr/>
          </p:nvSpPr>
          <p:spPr>
            <a:xfrm>
              <a:off x="4546374" y="4971413"/>
              <a:ext cx="756451" cy="19620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59" y="7479"/>
                  </a:moveTo>
                  <a:cubicBezTo>
                    <a:pt x="259" y="5394"/>
                    <a:pt x="13051" y="4295"/>
                    <a:pt x="13051" y="1723"/>
                  </a:cubicBezTo>
                  <a:cubicBezTo>
                    <a:pt x="13051" y="1298"/>
                    <a:pt x="12630" y="549"/>
                    <a:pt x="11852" y="0"/>
                  </a:cubicBezTo>
                  <a:cubicBezTo>
                    <a:pt x="16321" y="936"/>
                    <a:pt x="19625" y="2535"/>
                    <a:pt x="19625" y="3833"/>
                  </a:cubicBezTo>
                  <a:cubicBezTo>
                    <a:pt x="19625" y="6080"/>
                    <a:pt x="13569" y="7117"/>
                    <a:pt x="13569" y="8515"/>
                  </a:cubicBezTo>
                  <a:cubicBezTo>
                    <a:pt x="13569" y="10138"/>
                    <a:pt x="20046" y="10400"/>
                    <a:pt x="20078" y="12411"/>
                  </a:cubicBezTo>
                  <a:cubicBezTo>
                    <a:pt x="20078" y="14071"/>
                    <a:pt x="13925" y="15982"/>
                    <a:pt x="13925" y="18129"/>
                  </a:cubicBezTo>
                  <a:cubicBezTo>
                    <a:pt x="13925" y="19790"/>
                    <a:pt x="16969" y="21151"/>
                    <a:pt x="21600" y="21375"/>
                  </a:cubicBezTo>
                  <a:cubicBezTo>
                    <a:pt x="20078" y="21500"/>
                    <a:pt x="18750" y="21600"/>
                    <a:pt x="17293" y="21600"/>
                  </a:cubicBezTo>
                  <a:cubicBezTo>
                    <a:pt x="8776" y="21600"/>
                    <a:pt x="0" y="18916"/>
                    <a:pt x="0" y="15694"/>
                  </a:cubicBezTo>
                  <a:cubicBezTo>
                    <a:pt x="0" y="14109"/>
                    <a:pt x="1749" y="12710"/>
                    <a:pt x="4469" y="11699"/>
                  </a:cubicBezTo>
                  <a:cubicBezTo>
                    <a:pt x="6833" y="12473"/>
                    <a:pt x="9197" y="12997"/>
                    <a:pt x="10719" y="12997"/>
                  </a:cubicBezTo>
                  <a:cubicBezTo>
                    <a:pt x="12079" y="12997"/>
                    <a:pt x="12662" y="12735"/>
                    <a:pt x="12662" y="12348"/>
                  </a:cubicBezTo>
                  <a:cubicBezTo>
                    <a:pt x="12662" y="11150"/>
                    <a:pt x="259" y="10051"/>
                    <a:pt x="259" y="7479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91" name="Line">
              <a:extLst>
                <a:ext uri="{FF2B5EF4-FFF2-40B4-BE49-F238E27FC236}">
                  <a16:creationId xmlns:a16="http://schemas.microsoft.com/office/drawing/2014/main" id="{6E0DA0FC-0A3A-E65C-8E6C-284ECBC155E2}"/>
                </a:ext>
              </a:extLst>
            </p:cNvPr>
            <p:cNvSpPr/>
            <p:nvPr/>
          </p:nvSpPr>
          <p:spPr>
            <a:xfrm>
              <a:off x="5348188" y="7059303"/>
              <a:ext cx="322087" cy="3924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0" extrusionOk="0">
                  <a:moveTo>
                    <a:pt x="10115" y="4420"/>
                  </a:moveTo>
                  <a:cubicBezTo>
                    <a:pt x="3346" y="6972"/>
                    <a:pt x="608" y="6536"/>
                    <a:pt x="608" y="12201"/>
                  </a:cubicBezTo>
                  <a:cubicBezTo>
                    <a:pt x="608" y="14317"/>
                    <a:pt x="0" y="17056"/>
                    <a:pt x="0" y="18488"/>
                  </a:cubicBezTo>
                  <a:cubicBezTo>
                    <a:pt x="0" y="20417"/>
                    <a:pt x="380" y="21600"/>
                    <a:pt x="3194" y="21538"/>
                  </a:cubicBezTo>
                  <a:cubicBezTo>
                    <a:pt x="10344" y="21538"/>
                    <a:pt x="21600" y="11640"/>
                    <a:pt x="21600" y="3237"/>
                  </a:cubicBezTo>
                  <a:cubicBezTo>
                    <a:pt x="21600" y="996"/>
                    <a:pt x="20003" y="0"/>
                    <a:pt x="18254" y="0"/>
                  </a:cubicBezTo>
                  <a:cubicBezTo>
                    <a:pt x="16656" y="0"/>
                    <a:pt x="14907" y="2614"/>
                    <a:pt x="10115" y="4357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92" name="Line">
              <a:extLst>
                <a:ext uri="{FF2B5EF4-FFF2-40B4-BE49-F238E27FC236}">
                  <a16:creationId xmlns:a16="http://schemas.microsoft.com/office/drawing/2014/main" id="{75687A34-C031-2802-08CA-A500A03E79A4}"/>
                </a:ext>
              </a:extLst>
            </p:cNvPr>
            <p:cNvSpPr/>
            <p:nvPr/>
          </p:nvSpPr>
          <p:spPr>
            <a:xfrm>
              <a:off x="4506681" y="6365230"/>
              <a:ext cx="1322369" cy="1281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05" y="9481"/>
                  </a:moveTo>
                  <a:cubicBezTo>
                    <a:pt x="16005" y="7245"/>
                    <a:pt x="11522" y="7206"/>
                    <a:pt x="11522" y="3823"/>
                  </a:cubicBezTo>
                  <a:cubicBezTo>
                    <a:pt x="11522" y="2982"/>
                    <a:pt x="12060" y="1529"/>
                    <a:pt x="13116" y="0"/>
                  </a:cubicBezTo>
                  <a:cubicBezTo>
                    <a:pt x="13560" y="2581"/>
                    <a:pt x="14561" y="3919"/>
                    <a:pt x="16728" y="4779"/>
                  </a:cubicBezTo>
                  <a:cubicBezTo>
                    <a:pt x="21026" y="6423"/>
                    <a:pt x="21600" y="8908"/>
                    <a:pt x="21600" y="11545"/>
                  </a:cubicBezTo>
                  <a:cubicBezTo>
                    <a:pt x="21600" y="16018"/>
                    <a:pt x="18580" y="21600"/>
                    <a:pt x="10763" y="21600"/>
                  </a:cubicBezTo>
                  <a:cubicBezTo>
                    <a:pt x="4502" y="21600"/>
                    <a:pt x="0" y="15846"/>
                    <a:pt x="0" y="10972"/>
                  </a:cubicBezTo>
                  <a:cubicBezTo>
                    <a:pt x="0" y="9634"/>
                    <a:pt x="333" y="8143"/>
                    <a:pt x="1149" y="8143"/>
                  </a:cubicBezTo>
                  <a:cubicBezTo>
                    <a:pt x="1871" y="8143"/>
                    <a:pt x="2112" y="8736"/>
                    <a:pt x="2686" y="9328"/>
                  </a:cubicBezTo>
                  <a:cubicBezTo>
                    <a:pt x="4854" y="11565"/>
                    <a:pt x="7225" y="12157"/>
                    <a:pt x="10652" y="12157"/>
                  </a:cubicBezTo>
                  <a:cubicBezTo>
                    <a:pt x="13745" y="12157"/>
                    <a:pt x="16005" y="10857"/>
                    <a:pt x="16005" y="9519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93" name="Shape">
              <a:extLst>
                <a:ext uri="{FF2B5EF4-FFF2-40B4-BE49-F238E27FC236}">
                  <a16:creationId xmlns:a16="http://schemas.microsoft.com/office/drawing/2014/main" id="{68EF204D-CFE8-A1E2-831C-E0FFF64A92CF}"/>
                </a:ext>
              </a:extLst>
            </p:cNvPr>
            <p:cNvSpPr/>
            <p:nvPr/>
          </p:nvSpPr>
          <p:spPr>
            <a:xfrm>
              <a:off x="2843880" y="6615152"/>
              <a:ext cx="869702" cy="772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1" h="20823" extrusionOk="0">
                  <a:moveTo>
                    <a:pt x="13432" y="10193"/>
                  </a:moveTo>
                  <a:cubicBezTo>
                    <a:pt x="13598" y="11843"/>
                    <a:pt x="12552" y="13340"/>
                    <a:pt x="11039" y="13554"/>
                  </a:cubicBezTo>
                  <a:cubicBezTo>
                    <a:pt x="9553" y="13737"/>
                    <a:pt x="8177" y="12576"/>
                    <a:pt x="8012" y="10896"/>
                  </a:cubicBezTo>
                  <a:cubicBezTo>
                    <a:pt x="7847" y="9246"/>
                    <a:pt x="8892" y="7718"/>
                    <a:pt x="10406" y="7535"/>
                  </a:cubicBezTo>
                  <a:cubicBezTo>
                    <a:pt x="11892" y="7352"/>
                    <a:pt x="13240" y="8543"/>
                    <a:pt x="13432" y="10193"/>
                  </a:cubicBezTo>
                  <a:moveTo>
                    <a:pt x="60" y="13309"/>
                  </a:moveTo>
                  <a:cubicBezTo>
                    <a:pt x="362" y="16028"/>
                    <a:pt x="2646" y="18075"/>
                    <a:pt x="5233" y="17770"/>
                  </a:cubicBezTo>
                  <a:cubicBezTo>
                    <a:pt x="6168" y="17648"/>
                    <a:pt x="7021" y="17373"/>
                    <a:pt x="7599" y="16975"/>
                  </a:cubicBezTo>
                  <a:cubicBezTo>
                    <a:pt x="8177" y="19511"/>
                    <a:pt x="10103" y="21161"/>
                    <a:pt x="12690" y="20764"/>
                  </a:cubicBezTo>
                  <a:cubicBezTo>
                    <a:pt x="15331" y="20367"/>
                    <a:pt x="17120" y="18075"/>
                    <a:pt x="16817" y="15142"/>
                  </a:cubicBezTo>
                  <a:cubicBezTo>
                    <a:pt x="16734" y="14348"/>
                    <a:pt x="16597" y="13859"/>
                    <a:pt x="16377" y="13309"/>
                  </a:cubicBezTo>
                  <a:cubicBezTo>
                    <a:pt x="16377" y="13309"/>
                    <a:pt x="16734" y="13279"/>
                    <a:pt x="16982" y="13218"/>
                  </a:cubicBezTo>
                  <a:cubicBezTo>
                    <a:pt x="19568" y="12668"/>
                    <a:pt x="21302" y="10376"/>
                    <a:pt x="21082" y="7596"/>
                  </a:cubicBezTo>
                  <a:cubicBezTo>
                    <a:pt x="20807" y="4724"/>
                    <a:pt x="18468" y="2616"/>
                    <a:pt x="16074" y="2952"/>
                  </a:cubicBezTo>
                  <a:cubicBezTo>
                    <a:pt x="15138" y="3074"/>
                    <a:pt x="14285" y="3472"/>
                    <a:pt x="13708" y="4022"/>
                  </a:cubicBezTo>
                  <a:cubicBezTo>
                    <a:pt x="13047" y="1639"/>
                    <a:pt x="11039" y="-439"/>
                    <a:pt x="8287" y="80"/>
                  </a:cubicBezTo>
                  <a:cubicBezTo>
                    <a:pt x="5811" y="539"/>
                    <a:pt x="4160" y="2891"/>
                    <a:pt x="4407" y="5855"/>
                  </a:cubicBezTo>
                  <a:cubicBezTo>
                    <a:pt x="4435" y="6343"/>
                    <a:pt x="4545" y="6893"/>
                    <a:pt x="4765" y="7443"/>
                  </a:cubicBezTo>
                  <a:cubicBezTo>
                    <a:pt x="4765" y="7443"/>
                    <a:pt x="4352" y="7504"/>
                    <a:pt x="4050" y="7566"/>
                  </a:cubicBezTo>
                  <a:cubicBezTo>
                    <a:pt x="1958" y="7902"/>
                    <a:pt x="-298" y="10254"/>
                    <a:pt x="32" y="1334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94" name="Shape">
              <a:extLst>
                <a:ext uri="{FF2B5EF4-FFF2-40B4-BE49-F238E27FC236}">
                  <a16:creationId xmlns:a16="http://schemas.microsoft.com/office/drawing/2014/main" id="{B7B9B179-89C1-7B80-A338-E4C268D205D5}"/>
                </a:ext>
              </a:extLst>
            </p:cNvPr>
            <p:cNvSpPr/>
            <p:nvPr/>
          </p:nvSpPr>
          <p:spPr>
            <a:xfrm>
              <a:off x="1266668" y="10127826"/>
              <a:ext cx="9687409" cy="2075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5" h="21510" extrusionOk="0">
                  <a:moveTo>
                    <a:pt x="8662" y="18666"/>
                  </a:moveTo>
                  <a:cubicBezTo>
                    <a:pt x="8847" y="18666"/>
                    <a:pt x="9168" y="18396"/>
                    <a:pt x="9420" y="16539"/>
                  </a:cubicBezTo>
                  <a:cubicBezTo>
                    <a:pt x="9279" y="15046"/>
                    <a:pt x="9180" y="12050"/>
                    <a:pt x="9168" y="10957"/>
                  </a:cubicBezTo>
                  <a:cubicBezTo>
                    <a:pt x="9102" y="5375"/>
                    <a:pt x="9572" y="133"/>
                    <a:pt x="10077" y="4"/>
                  </a:cubicBezTo>
                  <a:cubicBezTo>
                    <a:pt x="10449" y="-90"/>
                    <a:pt x="10745" y="1555"/>
                    <a:pt x="10775" y="4199"/>
                  </a:cubicBezTo>
                  <a:cubicBezTo>
                    <a:pt x="10856" y="11157"/>
                    <a:pt x="10355" y="14048"/>
                    <a:pt x="10103" y="16539"/>
                  </a:cubicBezTo>
                  <a:cubicBezTo>
                    <a:pt x="10143" y="17514"/>
                    <a:pt x="10494" y="19171"/>
                    <a:pt x="10830" y="19183"/>
                  </a:cubicBezTo>
                  <a:cubicBezTo>
                    <a:pt x="10954" y="19183"/>
                    <a:pt x="11103" y="18901"/>
                    <a:pt x="11141" y="18666"/>
                  </a:cubicBezTo>
                  <a:cubicBezTo>
                    <a:pt x="11116" y="18266"/>
                    <a:pt x="11093" y="17749"/>
                    <a:pt x="11093" y="16997"/>
                  </a:cubicBezTo>
                  <a:cubicBezTo>
                    <a:pt x="11098" y="12966"/>
                    <a:pt x="11662" y="9582"/>
                    <a:pt x="12144" y="9594"/>
                  </a:cubicBezTo>
                  <a:cubicBezTo>
                    <a:pt x="12529" y="9594"/>
                    <a:pt x="12748" y="11967"/>
                    <a:pt x="12746" y="13530"/>
                  </a:cubicBezTo>
                  <a:cubicBezTo>
                    <a:pt x="12743" y="15376"/>
                    <a:pt x="12407" y="16856"/>
                    <a:pt x="11909" y="18290"/>
                  </a:cubicBezTo>
                  <a:cubicBezTo>
                    <a:pt x="11995" y="18690"/>
                    <a:pt x="12155" y="18983"/>
                    <a:pt x="12294" y="18995"/>
                  </a:cubicBezTo>
                  <a:cubicBezTo>
                    <a:pt x="12999" y="19019"/>
                    <a:pt x="13375" y="15058"/>
                    <a:pt x="13653" y="11427"/>
                  </a:cubicBezTo>
                  <a:cubicBezTo>
                    <a:pt x="13704" y="10734"/>
                    <a:pt x="13792" y="9758"/>
                    <a:pt x="13964" y="9770"/>
                  </a:cubicBezTo>
                  <a:cubicBezTo>
                    <a:pt x="14262" y="9770"/>
                    <a:pt x="14373" y="18878"/>
                    <a:pt x="14866" y="18889"/>
                  </a:cubicBezTo>
                  <a:cubicBezTo>
                    <a:pt x="15078" y="18889"/>
                    <a:pt x="15253" y="16880"/>
                    <a:pt x="15255" y="15328"/>
                  </a:cubicBezTo>
                  <a:cubicBezTo>
                    <a:pt x="15255" y="14177"/>
                    <a:pt x="15169" y="14059"/>
                    <a:pt x="15172" y="12391"/>
                  </a:cubicBezTo>
                  <a:cubicBezTo>
                    <a:pt x="15172" y="10545"/>
                    <a:pt x="15386" y="9006"/>
                    <a:pt x="15672" y="9006"/>
                  </a:cubicBezTo>
                  <a:cubicBezTo>
                    <a:pt x="15846" y="9006"/>
                    <a:pt x="15907" y="9817"/>
                    <a:pt x="15905" y="10792"/>
                  </a:cubicBezTo>
                  <a:cubicBezTo>
                    <a:pt x="15899" y="14482"/>
                    <a:pt x="15321" y="21310"/>
                    <a:pt x="14479" y="21287"/>
                  </a:cubicBezTo>
                  <a:cubicBezTo>
                    <a:pt x="13848" y="21263"/>
                    <a:pt x="13903" y="16198"/>
                    <a:pt x="13681" y="16198"/>
                  </a:cubicBezTo>
                  <a:cubicBezTo>
                    <a:pt x="13433" y="16198"/>
                    <a:pt x="13079" y="21310"/>
                    <a:pt x="11854" y="21275"/>
                  </a:cubicBezTo>
                  <a:cubicBezTo>
                    <a:pt x="11654" y="21275"/>
                    <a:pt x="11445" y="20805"/>
                    <a:pt x="11273" y="19876"/>
                  </a:cubicBezTo>
                  <a:cubicBezTo>
                    <a:pt x="10975" y="20793"/>
                    <a:pt x="10727" y="21193"/>
                    <a:pt x="10441" y="21181"/>
                  </a:cubicBezTo>
                  <a:cubicBezTo>
                    <a:pt x="9984" y="21169"/>
                    <a:pt x="9789" y="18972"/>
                    <a:pt x="9602" y="18972"/>
                  </a:cubicBezTo>
                  <a:cubicBezTo>
                    <a:pt x="9380" y="18972"/>
                    <a:pt x="9130" y="21204"/>
                    <a:pt x="8384" y="21181"/>
                  </a:cubicBezTo>
                  <a:cubicBezTo>
                    <a:pt x="7791" y="21169"/>
                    <a:pt x="7697" y="17479"/>
                    <a:pt x="7485" y="17467"/>
                  </a:cubicBezTo>
                  <a:cubicBezTo>
                    <a:pt x="7298" y="17467"/>
                    <a:pt x="7010" y="21134"/>
                    <a:pt x="6699" y="21122"/>
                  </a:cubicBezTo>
                  <a:cubicBezTo>
                    <a:pt x="6178" y="21110"/>
                    <a:pt x="6077" y="14717"/>
                    <a:pt x="5617" y="14706"/>
                  </a:cubicBezTo>
                  <a:cubicBezTo>
                    <a:pt x="5259" y="14706"/>
                    <a:pt x="4114" y="21157"/>
                    <a:pt x="3808" y="20993"/>
                  </a:cubicBezTo>
                  <a:cubicBezTo>
                    <a:pt x="3684" y="20934"/>
                    <a:pt x="3634" y="20499"/>
                    <a:pt x="3646" y="19923"/>
                  </a:cubicBezTo>
                  <a:cubicBezTo>
                    <a:pt x="3664" y="19124"/>
                    <a:pt x="3816" y="16997"/>
                    <a:pt x="3876" y="15987"/>
                  </a:cubicBezTo>
                  <a:cubicBezTo>
                    <a:pt x="3980" y="14236"/>
                    <a:pt x="4074" y="12320"/>
                    <a:pt x="4127" y="11709"/>
                  </a:cubicBezTo>
                  <a:cubicBezTo>
                    <a:pt x="4177" y="11098"/>
                    <a:pt x="4316" y="10651"/>
                    <a:pt x="4427" y="10710"/>
                  </a:cubicBezTo>
                  <a:cubicBezTo>
                    <a:pt x="4483" y="10734"/>
                    <a:pt x="4498" y="11215"/>
                    <a:pt x="4516" y="11615"/>
                  </a:cubicBezTo>
                  <a:cubicBezTo>
                    <a:pt x="4576" y="13037"/>
                    <a:pt x="4662" y="14494"/>
                    <a:pt x="4761" y="14494"/>
                  </a:cubicBezTo>
                  <a:cubicBezTo>
                    <a:pt x="4935" y="14494"/>
                    <a:pt x="5516" y="9394"/>
                    <a:pt x="5850" y="9406"/>
                  </a:cubicBezTo>
                  <a:cubicBezTo>
                    <a:pt x="6259" y="9417"/>
                    <a:pt x="6297" y="17479"/>
                    <a:pt x="6853" y="17503"/>
                  </a:cubicBezTo>
                  <a:cubicBezTo>
                    <a:pt x="7040" y="17503"/>
                    <a:pt x="7177" y="16480"/>
                    <a:pt x="7303" y="15211"/>
                  </a:cubicBezTo>
                  <a:cubicBezTo>
                    <a:pt x="7318" y="13072"/>
                    <a:pt x="7447" y="10040"/>
                    <a:pt x="7818" y="10052"/>
                  </a:cubicBezTo>
                  <a:cubicBezTo>
                    <a:pt x="8079" y="10052"/>
                    <a:pt x="8200" y="12767"/>
                    <a:pt x="8010" y="15129"/>
                  </a:cubicBezTo>
                  <a:cubicBezTo>
                    <a:pt x="8008" y="17949"/>
                    <a:pt x="8402" y="18654"/>
                    <a:pt x="8662" y="18654"/>
                  </a:cubicBezTo>
                  <a:moveTo>
                    <a:pt x="18575" y="12050"/>
                  </a:moveTo>
                  <a:cubicBezTo>
                    <a:pt x="18419" y="15011"/>
                    <a:pt x="17946" y="19348"/>
                    <a:pt x="17254" y="19324"/>
                  </a:cubicBezTo>
                  <a:cubicBezTo>
                    <a:pt x="17092" y="19324"/>
                    <a:pt x="16809" y="19019"/>
                    <a:pt x="16809" y="18278"/>
                  </a:cubicBezTo>
                  <a:cubicBezTo>
                    <a:pt x="16809" y="17467"/>
                    <a:pt x="17901" y="17397"/>
                    <a:pt x="17906" y="13530"/>
                  </a:cubicBezTo>
                  <a:cubicBezTo>
                    <a:pt x="17906" y="12097"/>
                    <a:pt x="17625" y="10064"/>
                    <a:pt x="17206" y="10052"/>
                  </a:cubicBezTo>
                  <a:cubicBezTo>
                    <a:pt x="16650" y="10040"/>
                    <a:pt x="16102" y="12849"/>
                    <a:pt x="16097" y="16762"/>
                  </a:cubicBezTo>
                  <a:cubicBezTo>
                    <a:pt x="16092" y="20276"/>
                    <a:pt x="16559" y="21439"/>
                    <a:pt x="17029" y="21451"/>
                  </a:cubicBezTo>
                  <a:cubicBezTo>
                    <a:pt x="17848" y="21475"/>
                    <a:pt x="18346" y="18384"/>
                    <a:pt x="18608" y="15799"/>
                  </a:cubicBezTo>
                  <a:cubicBezTo>
                    <a:pt x="18730" y="17526"/>
                    <a:pt x="18798" y="21510"/>
                    <a:pt x="19109" y="21510"/>
                  </a:cubicBezTo>
                  <a:cubicBezTo>
                    <a:pt x="19232" y="21510"/>
                    <a:pt x="19321" y="21228"/>
                    <a:pt x="19470" y="19677"/>
                  </a:cubicBezTo>
                  <a:cubicBezTo>
                    <a:pt x="19846" y="15822"/>
                    <a:pt x="20210" y="11403"/>
                    <a:pt x="20706" y="11415"/>
                  </a:cubicBezTo>
                  <a:cubicBezTo>
                    <a:pt x="20890" y="11415"/>
                    <a:pt x="20779" y="12978"/>
                    <a:pt x="21224" y="12990"/>
                  </a:cubicBezTo>
                  <a:cubicBezTo>
                    <a:pt x="21433" y="12990"/>
                    <a:pt x="21582" y="12191"/>
                    <a:pt x="21585" y="11262"/>
                  </a:cubicBezTo>
                  <a:cubicBezTo>
                    <a:pt x="21585" y="9934"/>
                    <a:pt x="21330" y="8900"/>
                    <a:pt x="20933" y="8888"/>
                  </a:cubicBezTo>
                  <a:cubicBezTo>
                    <a:pt x="19768" y="8853"/>
                    <a:pt x="19510" y="16962"/>
                    <a:pt x="19326" y="16962"/>
                  </a:cubicBezTo>
                  <a:cubicBezTo>
                    <a:pt x="19015" y="16962"/>
                    <a:pt x="19124" y="10451"/>
                    <a:pt x="18901" y="10440"/>
                  </a:cubicBezTo>
                  <a:cubicBezTo>
                    <a:pt x="18704" y="10440"/>
                    <a:pt x="18603" y="11533"/>
                    <a:pt x="18578" y="12038"/>
                  </a:cubicBezTo>
                  <a:moveTo>
                    <a:pt x="10371" y="5751"/>
                  </a:moveTo>
                  <a:cubicBezTo>
                    <a:pt x="10350" y="4141"/>
                    <a:pt x="10270" y="3412"/>
                    <a:pt x="10083" y="3459"/>
                  </a:cubicBezTo>
                  <a:cubicBezTo>
                    <a:pt x="9835" y="3518"/>
                    <a:pt x="9716" y="7126"/>
                    <a:pt x="9762" y="10922"/>
                  </a:cubicBezTo>
                  <a:cubicBezTo>
                    <a:pt x="9789" y="13401"/>
                    <a:pt x="9868" y="13777"/>
                    <a:pt x="9944" y="13754"/>
                  </a:cubicBezTo>
                  <a:cubicBezTo>
                    <a:pt x="10080" y="13718"/>
                    <a:pt x="10414" y="9312"/>
                    <a:pt x="10371" y="5739"/>
                  </a:cubicBezTo>
                  <a:moveTo>
                    <a:pt x="8362" y="2307"/>
                  </a:moveTo>
                  <a:cubicBezTo>
                    <a:pt x="8347" y="1379"/>
                    <a:pt x="8190" y="744"/>
                    <a:pt x="7980" y="744"/>
                  </a:cubicBezTo>
                  <a:cubicBezTo>
                    <a:pt x="7745" y="744"/>
                    <a:pt x="7523" y="1873"/>
                    <a:pt x="7543" y="3318"/>
                  </a:cubicBezTo>
                  <a:cubicBezTo>
                    <a:pt x="7556" y="4270"/>
                    <a:pt x="7677" y="5057"/>
                    <a:pt x="7912" y="5057"/>
                  </a:cubicBezTo>
                  <a:cubicBezTo>
                    <a:pt x="8182" y="5057"/>
                    <a:pt x="8384" y="3635"/>
                    <a:pt x="8359" y="2307"/>
                  </a:cubicBezTo>
                  <a:moveTo>
                    <a:pt x="12198" y="14165"/>
                  </a:moveTo>
                  <a:cubicBezTo>
                    <a:pt x="12198" y="13190"/>
                    <a:pt x="12089" y="12379"/>
                    <a:pt x="11952" y="12379"/>
                  </a:cubicBezTo>
                  <a:cubicBezTo>
                    <a:pt x="11839" y="12379"/>
                    <a:pt x="11581" y="12943"/>
                    <a:pt x="11578" y="14788"/>
                  </a:cubicBezTo>
                  <a:cubicBezTo>
                    <a:pt x="11578" y="16233"/>
                    <a:pt x="11687" y="16915"/>
                    <a:pt x="11735" y="17221"/>
                  </a:cubicBezTo>
                  <a:cubicBezTo>
                    <a:pt x="12094" y="16715"/>
                    <a:pt x="12195" y="15328"/>
                    <a:pt x="12198" y="14177"/>
                  </a:cubicBezTo>
                  <a:moveTo>
                    <a:pt x="17042" y="12355"/>
                  </a:moveTo>
                  <a:cubicBezTo>
                    <a:pt x="17302" y="12355"/>
                    <a:pt x="17375" y="13801"/>
                    <a:pt x="17312" y="14659"/>
                  </a:cubicBezTo>
                  <a:cubicBezTo>
                    <a:pt x="17249" y="15517"/>
                    <a:pt x="17024" y="16492"/>
                    <a:pt x="16678" y="16774"/>
                  </a:cubicBezTo>
                  <a:cubicBezTo>
                    <a:pt x="16604" y="15904"/>
                    <a:pt x="16572" y="12344"/>
                    <a:pt x="17042" y="12355"/>
                  </a:cubicBezTo>
                  <a:moveTo>
                    <a:pt x="2790" y="7843"/>
                  </a:moveTo>
                  <a:cubicBezTo>
                    <a:pt x="2754" y="7314"/>
                    <a:pt x="2653" y="6139"/>
                    <a:pt x="2626" y="5269"/>
                  </a:cubicBezTo>
                  <a:cubicBezTo>
                    <a:pt x="2567" y="3342"/>
                    <a:pt x="2785" y="2084"/>
                    <a:pt x="2982" y="1802"/>
                  </a:cubicBezTo>
                  <a:cubicBezTo>
                    <a:pt x="3204" y="1520"/>
                    <a:pt x="3293" y="2037"/>
                    <a:pt x="3376" y="3259"/>
                  </a:cubicBezTo>
                  <a:cubicBezTo>
                    <a:pt x="3485" y="5104"/>
                    <a:pt x="3495" y="7525"/>
                    <a:pt x="3452" y="10980"/>
                  </a:cubicBezTo>
                  <a:cubicBezTo>
                    <a:pt x="3396" y="15705"/>
                    <a:pt x="2881" y="21392"/>
                    <a:pt x="1617" y="21228"/>
                  </a:cubicBezTo>
                  <a:cubicBezTo>
                    <a:pt x="528" y="21087"/>
                    <a:pt x="51" y="17785"/>
                    <a:pt x="5" y="12778"/>
                  </a:cubicBezTo>
                  <a:cubicBezTo>
                    <a:pt x="-15" y="10416"/>
                    <a:pt x="23" y="8054"/>
                    <a:pt x="240" y="4728"/>
                  </a:cubicBezTo>
                  <a:cubicBezTo>
                    <a:pt x="354" y="2942"/>
                    <a:pt x="455" y="2307"/>
                    <a:pt x="801" y="1978"/>
                  </a:cubicBezTo>
                  <a:cubicBezTo>
                    <a:pt x="1074" y="1755"/>
                    <a:pt x="1046" y="3071"/>
                    <a:pt x="983" y="4634"/>
                  </a:cubicBezTo>
                  <a:cubicBezTo>
                    <a:pt x="844" y="8078"/>
                    <a:pt x="778" y="9746"/>
                    <a:pt x="821" y="13671"/>
                  </a:cubicBezTo>
                  <a:cubicBezTo>
                    <a:pt x="864" y="17820"/>
                    <a:pt x="1271" y="19442"/>
                    <a:pt x="1718" y="19453"/>
                  </a:cubicBezTo>
                  <a:cubicBezTo>
                    <a:pt x="2388" y="19536"/>
                    <a:pt x="2686" y="16950"/>
                    <a:pt x="2818" y="13213"/>
                  </a:cubicBezTo>
                  <a:cubicBezTo>
                    <a:pt x="2921" y="10228"/>
                    <a:pt x="2848" y="8783"/>
                    <a:pt x="2787" y="7866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</p:grpSp>
      <p:grpSp>
        <p:nvGrpSpPr>
          <p:cNvPr id="9" name="Unilever Logo: White" descr="The white unilever logo, white wordmark, blue backgorund">
            <a:extLst>
              <a:ext uri="{FF2B5EF4-FFF2-40B4-BE49-F238E27FC236}">
                <a16:creationId xmlns:a16="http://schemas.microsoft.com/office/drawing/2014/main" id="{899F8232-FAC0-88FD-3468-756C5EEF3507}"/>
              </a:ext>
            </a:extLst>
          </p:cNvPr>
          <p:cNvGrpSpPr/>
          <p:nvPr/>
        </p:nvGrpSpPr>
        <p:grpSpPr>
          <a:xfrm>
            <a:off x="6715971" y="1398520"/>
            <a:ext cx="1123005" cy="1005878"/>
            <a:chOff x="6715971" y="1398520"/>
            <a:chExt cx="1123005" cy="1005878"/>
          </a:xfrm>
        </p:grpSpPr>
        <p:sp>
          <p:nvSpPr>
            <p:cNvPr id="158" name="Rectangle 157" descr="The white unilever logo, with wordmark, on a blue background">
              <a:extLst>
                <a:ext uri="{FF2B5EF4-FFF2-40B4-BE49-F238E27FC236}">
                  <a16:creationId xmlns:a16="http://schemas.microsoft.com/office/drawing/2014/main" id="{98069C2A-F117-3764-EDF8-6432F75AE16C}"/>
                </a:ext>
              </a:extLst>
            </p:cNvPr>
            <p:cNvSpPr/>
            <p:nvPr/>
          </p:nvSpPr>
          <p:spPr>
            <a:xfrm>
              <a:off x="6715971" y="1398520"/>
              <a:ext cx="1123005" cy="1005878"/>
            </a:xfrm>
            <a:prstGeom prst="rect">
              <a:avLst/>
            </a:prstGeom>
            <a:solidFill>
              <a:schemeClr val="tx1"/>
            </a:solidFill>
            <a:ln w="1218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GB" b="1">
                <a:latin typeface="Unilever Desire Semi Bold" pitchFamily="2" charset="77"/>
              </a:endParaRP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74C0AD8D-6908-1489-962F-1C99378FC022}"/>
                </a:ext>
              </a:extLst>
            </p:cNvPr>
            <p:cNvGrpSpPr/>
            <p:nvPr/>
          </p:nvGrpSpPr>
          <p:grpSpPr>
            <a:xfrm>
              <a:off x="6954327" y="1546887"/>
              <a:ext cx="635321" cy="701599"/>
              <a:chOff x="1266668" y="1505583"/>
              <a:chExt cx="9687409" cy="10698029"/>
            </a:xfrm>
            <a:solidFill>
              <a:schemeClr val="bg1"/>
            </a:solidFill>
          </p:grpSpPr>
          <p:sp>
            <p:nvSpPr>
              <p:cNvPr id="96" name="Line">
                <a:extLst>
                  <a:ext uri="{FF2B5EF4-FFF2-40B4-BE49-F238E27FC236}">
                    <a16:creationId xmlns:a16="http://schemas.microsoft.com/office/drawing/2014/main" id="{8B875FC2-239B-A3F9-1A6A-ABD8D692BF5D}"/>
                  </a:ext>
                </a:extLst>
              </p:cNvPr>
              <p:cNvSpPr/>
              <p:nvPr/>
            </p:nvSpPr>
            <p:spPr>
              <a:xfrm>
                <a:off x="8835565" y="2919814"/>
                <a:ext cx="587469" cy="3198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381" y="21523"/>
                    </a:moveTo>
                    <a:cubicBezTo>
                      <a:pt x="5880" y="21523"/>
                      <a:pt x="3669" y="21523"/>
                      <a:pt x="2502" y="17157"/>
                    </a:cubicBezTo>
                    <a:cubicBezTo>
                      <a:pt x="1501" y="13557"/>
                      <a:pt x="1835" y="7813"/>
                      <a:pt x="0" y="5209"/>
                    </a:cubicBezTo>
                    <a:cubicBezTo>
                      <a:pt x="1835" y="6204"/>
                      <a:pt x="3795" y="6204"/>
                      <a:pt x="5337" y="6204"/>
                    </a:cubicBezTo>
                    <a:cubicBezTo>
                      <a:pt x="10216" y="6204"/>
                      <a:pt x="14886" y="0"/>
                      <a:pt x="18473" y="0"/>
                    </a:cubicBezTo>
                    <a:cubicBezTo>
                      <a:pt x="20849" y="0"/>
                      <a:pt x="21600" y="2757"/>
                      <a:pt x="21600" y="5591"/>
                    </a:cubicBezTo>
                    <a:cubicBezTo>
                      <a:pt x="21600" y="14400"/>
                      <a:pt x="11968" y="21523"/>
                      <a:pt x="7422" y="216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97" name="Line">
                <a:extLst>
                  <a:ext uri="{FF2B5EF4-FFF2-40B4-BE49-F238E27FC236}">
                    <a16:creationId xmlns:a16="http://schemas.microsoft.com/office/drawing/2014/main" id="{CA161986-BE68-A405-E1B9-C276B7AE1653}"/>
                  </a:ext>
                </a:extLst>
              </p:cNvPr>
              <p:cNvSpPr/>
              <p:nvPr/>
            </p:nvSpPr>
            <p:spPr>
              <a:xfrm>
                <a:off x="8904746" y="2914143"/>
                <a:ext cx="782538" cy="6577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69" h="21600" extrusionOk="0">
                    <a:moveTo>
                      <a:pt x="5408" y="21600"/>
                    </a:moveTo>
                    <a:cubicBezTo>
                      <a:pt x="13848" y="21600"/>
                      <a:pt x="21600" y="13556"/>
                      <a:pt x="21569" y="6480"/>
                    </a:cubicBezTo>
                    <a:cubicBezTo>
                      <a:pt x="21569" y="3166"/>
                      <a:pt x="20256" y="484"/>
                      <a:pt x="16911" y="0"/>
                    </a:cubicBezTo>
                    <a:cubicBezTo>
                      <a:pt x="17474" y="857"/>
                      <a:pt x="17724" y="1564"/>
                      <a:pt x="17724" y="3091"/>
                    </a:cubicBezTo>
                    <a:cubicBezTo>
                      <a:pt x="17724" y="8417"/>
                      <a:pt x="10909" y="14338"/>
                      <a:pt x="3501" y="14338"/>
                    </a:cubicBezTo>
                    <a:cubicBezTo>
                      <a:pt x="813" y="14338"/>
                      <a:pt x="0" y="16572"/>
                      <a:pt x="0" y="17727"/>
                    </a:cubicBezTo>
                    <a:cubicBezTo>
                      <a:pt x="0" y="20446"/>
                      <a:pt x="2188" y="21600"/>
                      <a:pt x="5377" y="216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98" name="Line">
                <a:extLst>
                  <a:ext uri="{FF2B5EF4-FFF2-40B4-BE49-F238E27FC236}">
                    <a16:creationId xmlns:a16="http://schemas.microsoft.com/office/drawing/2014/main" id="{E69A603F-19EE-BA1A-D8FB-2513CC4509DA}"/>
                  </a:ext>
                </a:extLst>
              </p:cNvPr>
              <p:cNvSpPr/>
              <p:nvPr/>
            </p:nvSpPr>
            <p:spPr>
              <a:xfrm>
                <a:off x="9077130" y="3376859"/>
                <a:ext cx="685276" cy="9675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26" h="21403" extrusionOk="0">
                    <a:moveTo>
                      <a:pt x="35" y="7049"/>
                    </a:moveTo>
                    <a:cubicBezTo>
                      <a:pt x="1235" y="13246"/>
                      <a:pt x="14471" y="21600"/>
                      <a:pt x="18035" y="21399"/>
                    </a:cubicBezTo>
                    <a:cubicBezTo>
                      <a:pt x="20435" y="21249"/>
                      <a:pt x="21353" y="13296"/>
                      <a:pt x="21318" y="7049"/>
                    </a:cubicBezTo>
                    <a:cubicBezTo>
                      <a:pt x="21318" y="3462"/>
                      <a:pt x="21600" y="652"/>
                      <a:pt x="18918" y="0"/>
                    </a:cubicBezTo>
                    <a:cubicBezTo>
                      <a:pt x="14682" y="6071"/>
                      <a:pt x="3600" y="7325"/>
                      <a:pt x="0" y="7075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99" name="Line">
                <a:extLst>
                  <a:ext uri="{FF2B5EF4-FFF2-40B4-BE49-F238E27FC236}">
                    <a16:creationId xmlns:a16="http://schemas.microsoft.com/office/drawing/2014/main" id="{A1C31A2B-E81F-4124-7835-85E0844D059B}"/>
                  </a:ext>
                </a:extLst>
              </p:cNvPr>
              <p:cNvSpPr/>
              <p:nvPr/>
            </p:nvSpPr>
            <p:spPr>
              <a:xfrm>
                <a:off x="2187433" y="4881818"/>
                <a:ext cx="1145449" cy="2895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705" y="5043"/>
                    </a:moveTo>
                    <a:cubicBezTo>
                      <a:pt x="6587" y="5043"/>
                      <a:pt x="6202" y="465"/>
                      <a:pt x="9260" y="457"/>
                    </a:cubicBezTo>
                    <a:cubicBezTo>
                      <a:pt x="9987" y="457"/>
                      <a:pt x="10201" y="745"/>
                      <a:pt x="10201" y="1100"/>
                    </a:cubicBezTo>
                    <a:cubicBezTo>
                      <a:pt x="10201" y="2132"/>
                      <a:pt x="8918" y="3655"/>
                      <a:pt x="8918" y="4493"/>
                    </a:cubicBezTo>
                    <a:cubicBezTo>
                      <a:pt x="8918" y="4907"/>
                      <a:pt x="9196" y="5043"/>
                      <a:pt x="9709" y="5043"/>
                    </a:cubicBezTo>
                    <a:cubicBezTo>
                      <a:pt x="11057" y="5043"/>
                      <a:pt x="13366" y="0"/>
                      <a:pt x="15655" y="0"/>
                    </a:cubicBezTo>
                    <a:cubicBezTo>
                      <a:pt x="16382" y="0"/>
                      <a:pt x="16703" y="288"/>
                      <a:pt x="16703" y="575"/>
                    </a:cubicBezTo>
                    <a:cubicBezTo>
                      <a:pt x="16703" y="1633"/>
                      <a:pt x="13324" y="4670"/>
                      <a:pt x="13324" y="5533"/>
                    </a:cubicBezTo>
                    <a:cubicBezTo>
                      <a:pt x="13324" y="5669"/>
                      <a:pt x="13430" y="5779"/>
                      <a:pt x="13709" y="5779"/>
                    </a:cubicBezTo>
                    <a:cubicBezTo>
                      <a:pt x="15099" y="5779"/>
                      <a:pt x="17879" y="3401"/>
                      <a:pt x="18756" y="2208"/>
                    </a:cubicBezTo>
                    <a:cubicBezTo>
                      <a:pt x="19248" y="1591"/>
                      <a:pt x="19932" y="1261"/>
                      <a:pt x="20531" y="1261"/>
                    </a:cubicBezTo>
                    <a:cubicBezTo>
                      <a:pt x="21087" y="1261"/>
                      <a:pt x="21579" y="1506"/>
                      <a:pt x="21600" y="2014"/>
                    </a:cubicBezTo>
                    <a:cubicBezTo>
                      <a:pt x="21600" y="3198"/>
                      <a:pt x="18820" y="5999"/>
                      <a:pt x="16382" y="7868"/>
                    </a:cubicBezTo>
                    <a:cubicBezTo>
                      <a:pt x="14500" y="9324"/>
                      <a:pt x="11549" y="11413"/>
                      <a:pt x="11549" y="12581"/>
                    </a:cubicBezTo>
                    <a:cubicBezTo>
                      <a:pt x="11549" y="13173"/>
                      <a:pt x="11827" y="13791"/>
                      <a:pt x="14008" y="14535"/>
                    </a:cubicBezTo>
                    <a:cubicBezTo>
                      <a:pt x="10436" y="14451"/>
                      <a:pt x="9004" y="14315"/>
                      <a:pt x="7656" y="13216"/>
                    </a:cubicBezTo>
                    <a:cubicBezTo>
                      <a:pt x="1711" y="17911"/>
                      <a:pt x="18627" y="17437"/>
                      <a:pt x="12853" y="21600"/>
                    </a:cubicBezTo>
                    <a:cubicBezTo>
                      <a:pt x="11784" y="20855"/>
                      <a:pt x="3443" y="20086"/>
                      <a:pt x="3443" y="15728"/>
                    </a:cubicBezTo>
                    <a:cubicBezTo>
                      <a:pt x="3443" y="11963"/>
                      <a:pt x="11784" y="9764"/>
                      <a:pt x="11762" y="8198"/>
                    </a:cubicBezTo>
                    <a:cubicBezTo>
                      <a:pt x="11762" y="7894"/>
                      <a:pt x="11484" y="7623"/>
                      <a:pt x="10757" y="7386"/>
                    </a:cubicBezTo>
                    <a:cubicBezTo>
                      <a:pt x="8918" y="6769"/>
                      <a:pt x="8854" y="6261"/>
                      <a:pt x="7421" y="6261"/>
                    </a:cubicBezTo>
                    <a:cubicBezTo>
                      <a:pt x="6373" y="6261"/>
                      <a:pt x="5090" y="7234"/>
                      <a:pt x="6416" y="8088"/>
                    </a:cubicBezTo>
                    <a:cubicBezTo>
                      <a:pt x="6865" y="8376"/>
                      <a:pt x="7250" y="8554"/>
                      <a:pt x="7250" y="8816"/>
                    </a:cubicBezTo>
                    <a:cubicBezTo>
                      <a:pt x="7250" y="9434"/>
                      <a:pt x="4812" y="11083"/>
                      <a:pt x="3080" y="11083"/>
                    </a:cubicBezTo>
                    <a:cubicBezTo>
                      <a:pt x="1347" y="11083"/>
                      <a:pt x="21" y="9391"/>
                      <a:pt x="0" y="6659"/>
                    </a:cubicBezTo>
                    <a:cubicBezTo>
                      <a:pt x="0" y="4239"/>
                      <a:pt x="1369" y="1794"/>
                      <a:pt x="3101" y="1794"/>
                    </a:cubicBezTo>
                    <a:cubicBezTo>
                      <a:pt x="3593" y="1794"/>
                      <a:pt x="3764" y="1929"/>
                      <a:pt x="3764" y="2098"/>
                    </a:cubicBezTo>
                    <a:cubicBezTo>
                      <a:pt x="3764" y="2386"/>
                      <a:pt x="3550" y="2953"/>
                      <a:pt x="3550" y="3926"/>
                    </a:cubicBezTo>
                    <a:cubicBezTo>
                      <a:pt x="3550" y="4958"/>
                      <a:pt x="4170" y="5051"/>
                      <a:pt x="4662" y="5051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0" name="Line">
                <a:extLst>
                  <a:ext uri="{FF2B5EF4-FFF2-40B4-BE49-F238E27FC236}">
                    <a16:creationId xmlns:a16="http://schemas.microsoft.com/office/drawing/2014/main" id="{0BDFB1D1-4301-21CA-FFB5-D3949FE07AAF}"/>
                  </a:ext>
                </a:extLst>
              </p:cNvPr>
              <p:cNvSpPr/>
              <p:nvPr/>
            </p:nvSpPr>
            <p:spPr>
              <a:xfrm>
                <a:off x="3031208" y="4988424"/>
                <a:ext cx="1312162" cy="18792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614" y="16477"/>
                    </a:moveTo>
                    <a:cubicBezTo>
                      <a:pt x="4649" y="16477"/>
                      <a:pt x="6347" y="15421"/>
                      <a:pt x="6347" y="13088"/>
                    </a:cubicBezTo>
                    <a:lnTo>
                      <a:pt x="6347" y="9620"/>
                    </a:lnTo>
                    <a:cubicBezTo>
                      <a:pt x="6347" y="8304"/>
                      <a:pt x="6478" y="6805"/>
                      <a:pt x="7748" y="5749"/>
                    </a:cubicBezTo>
                    <a:cubicBezTo>
                      <a:pt x="7598" y="6192"/>
                      <a:pt x="7598" y="6661"/>
                      <a:pt x="7598" y="7104"/>
                    </a:cubicBezTo>
                    <a:cubicBezTo>
                      <a:pt x="7598" y="10024"/>
                      <a:pt x="9932" y="12019"/>
                      <a:pt x="9932" y="14835"/>
                    </a:cubicBezTo>
                    <a:cubicBezTo>
                      <a:pt x="9932" y="15890"/>
                      <a:pt x="9503" y="16464"/>
                      <a:pt x="8326" y="16464"/>
                    </a:cubicBezTo>
                    <a:cubicBezTo>
                      <a:pt x="7206" y="16464"/>
                      <a:pt x="7300" y="15747"/>
                      <a:pt x="7057" y="15747"/>
                    </a:cubicBezTo>
                    <a:cubicBezTo>
                      <a:pt x="6870" y="15747"/>
                      <a:pt x="6571" y="16190"/>
                      <a:pt x="6571" y="16660"/>
                    </a:cubicBezTo>
                    <a:cubicBezTo>
                      <a:pt x="6571" y="17376"/>
                      <a:pt x="7300" y="18484"/>
                      <a:pt x="9334" y="18484"/>
                    </a:cubicBezTo>
                    <a:cubicBezTo>
                      <a:pt x="11089" y="18484"/>
                      <a:pt x="12490" y="17363"/>
                      <a:pt x="12490" y="16112"/>
                    </a:cubicBezTo>
                    <a:cubicBezTo>
                      <a:pt x="12490" y="13062"/>
                      <a:pt x="9073" y="9672"/>
                      <a:pt x="9073" y="6414"/>
                    </a:cubicBezTo>
                    <a:cubicBezTo>
                      <a:pt x="9073" y="4993"/>
                      <a:pt x="9596" y="4041"/>
                      <a:pt x="10044" y="3298"/>
                    </a:cubicBezTo>
                    <a:cubicBezTo>
                      <a:pt x="10044" y="10050"/>
                      <a:pt x="18258" y="14965"/>
                      <a:pt x="18277" y="17781"/>
                    </a:cubicBezTo>
                    <a:cubicBezTo>
                      <a:pt x="18277" y="18419"/>
                      <a:pt x="17605" y="18941"/>
                      <a:pt x="16578" y="18941"/>
                    </a:cubicBezTo>
                    <a:cubicBezTo>
                      <a:pt x="15458" y="18941"/>
                      <a:pt x="14917" y="18328"/>
                      <a:pt x="14917" y="17859"/>
                    </a:cubicBezTo>
                    <a:cubicBezTo>
                      <a:pt x="14917" y="17624"/>
                      <a:pt x="14861" y="17559"/>
                      <a:pt x="14730" y="17559"/>
                    </a:cubicBezTo>
                    <a:cubicBezTo>
                      <a:pt x="14450" y="17559"/>
                      <a:pt x="13572" y="18237"/>
                      <a:pt x="13572" y="19123"/>
                    </a:cubicBezTo>
                    <a:cubicBezTo>
                      <a:pt x="13572" y="20244"/>
                      <a:pt x="14879" y="21600"/>
                      <a:pt x="17325" y="21600"/>
                    </a:cubicBezTo>
                    <a:cubicBezTo>
                      <a:pt x="20088" y="21600"/>
                      <a:pt x="21600" y="19971"/>
                      <a:pt x="21600" y="18511"/>
                    </a:cubicBezTo>
                    <a:cubicBezTo>
                      <a:pt x="21600" y="14952"/>
                      <a:pt x="11631" y="9568"/>
                      <a:pt x="11631" y="3793"/>
                    </a:cubicBezTo>
                    <a:cubicBezTo>
                      <a:pt x="11631" y="2803"/>
                      <a:pt x="11873" y="1212"/>
                      <a:pt x="12882" y="0"/>
                    </a:cubicBezTo>
                    <a:cubicBezTo>
                      <a:pt x="6478" y="2881"/>
                      <a:pt x="4481" y="6726"/>
                      <a:pt x="4499" y="10077"/>
                    </a:cubicBezTo>
                    <a:cubicBezTo>
                      <a:pt x="4499" y="12996"/>
                      <a:pt x="4350" y="14456"/>
                      <a:pt x="2222" y="14456"/>
                    </a:cubicBezTo>
                    <a:cubicBezTo>
                      <a:pt x="1101" y="14456"/>
                      <a:pt x="803" y="13740"/>
                      <a:pt x="429" y="13740"/>
                    </a:cubicBezTo>
                    <a:cubicBezTo>
                      <a:pt x="131" y="13740"/>
                      <a:pt x="0" y="14352"/>
                      <a:pt x="0" y="14522"/>
                    </a:cubicBezTo>
                    <a:cubicBezTo>
                      <a:pt x="0" y="15773"/>
                      <a:pt x="1307" y="16490"/>
                      <a:pt x="2632" y="1649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1" name="Shape">
                <a:extLst>
                  <a:ext uri="{FF2B5EF4-FFF2-40B4-BE49-F238E27FC236}">
                    <a16:creationId xmlns:a16="http://schemas.microsoft.com/office/drawing/2014/main" id="{6B46DD7E-46F5-7CE0-F6EE-2CB060F68670}"/>
                  </a:ext>
                </a:extLst>
              </p:cNvPr>
              <p:cNvSpPr/>
              <p:nvPr/>
            </p:nvSpPr>
            <p:spPr>
              <a:xfrm>
                <a:off x="7640218" y="2983324"/>
                <a:ext cx="1125035" cy="7054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48" y="3438"/>
                    </a:moveTo>
                    <a:cubicBezTo>
                      <a:pt x="1067" y="2674"/>
                      <a:pt x="4268" y="3889"/>
                      <a:pt x="8383" y="625"/>
                    </a:cubicBezTo>
                    <a:cubicBezTo>
                      <a:pt x="8884" y="174"/>
                      <a:pt x="9406" y="0"/>
                      <a:pt x="9864" y="0"/>
                    </a:cubicBezTo>
                    <a:cubicBezTo>
                      <a:pt x="11845" y="0"/>
                      <a:pt x="11344" y="3612"/>
                      <a:pt x="13152" y="3612"/>
                    </a:cubicBezTo>
                    <a:cubicBezTo>
                      <a:pt x="14567" y="3612"/>
                      <a:pt x="16374" y="1702"/>
                      <a:pt x="17463" y="1702"/>
                    </a:cubicBezTo>
                    <a:cubicBezTo>
                      <a:pt x="19161" y="1702"/>
                      <a:pt x="21600" y="10175"/>
                      <a:pt x="21600" y="14168"/>
                    </a:cubicBezTo>
                    <a:cubicBezTo>
                      <a:pt x="21600" y="18787"/>
                      <a:pt x="17245" y="21600"/>
                      <a:pt x="12085" y="21600"/>
                    </a:cubicBezTo>
                    <a:cubicBezTo>
                      <a:pt x="4551" y="21600"/>
                      <a:pt x="22" y="11147"/>
                      <a:pt x="0" y="4341"/>
                    </a:cubicBezTo>
                    <a:cubicBezTo>
                      <a:pt x="0" y="3785"/>
                      <a:pt x="174" y="3612"/>
                      <a:pt x="348" y="3438"/>
                    </a:cubicBezTo>
                    <a:moveTo>
                      <a:pt x="12694" y="14898"/>
                    </a:moveTo>
                    <a:cubicBezTo>
                      <a:pt x="15198" y="14898"/>
                      <a:pt x="17049" y="13092"/>
                      <a:pt x="17049" y="11981"/>
                    </a:cubicBezTo>
                    <a:cubicBezTo>
                      <a:pt x="17049" y="11633"/>
                      <a:pt x="16701" y="11356"/>
                      <a:pt x="15960" y="11356"/>
                    </a:cubicBezTo>
                    <a:cubicBezTo>
                      <a:pt x="15220" y="11356"/>
                      <a:pt x="13740" y="11251"/>
                      <a:pt x="10974" y="10557"/>
                    </a:cubicBezTo>
                    <a:cubicBezTo>
                      <a:pt x="8601" y="9932"/>
                      <a:pt x="6772" y="8473"/>
                      <a:pt x="6097" y="8473"/>
                    </a:cubicBezTo>
                    <a:cubicBezTo>
                      <a:pt x="5879" y="8473"/>
                      <a:pt x="5748" y="8647"/>
                      <a:pt x="5748" y="8925"/>
                    </a:cubicBezTo>
                    <a:cubicBezTo>
                      <a:pt x="5748" y="11286"/>
                      <a:pt x="8470" y="14898"/>
                      <a:pt x="12673" y="14898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2" name="Line">
                <a:extLst>
                  <a:ext uri="{FF2B5EF4-FFF2-40B4-BE49-F238E27FC236}">
                    <a16:creationId xmlns:a16="http://schemas.microsoft.com/office/drawing/2014/main" id="{53577809-FE37-8820-D314-3184F449C8B3}"/>
                  </a:ext>
                </a:extLst>
              </p:cNvPr>
              <p:cNvSpPr/>
              <p:nvPr/>
            </p:nvSpPr>
            <p:spPr>
              <a:xfrm>
                <a:off x="3000580" y="7431286"/>
                <a:ext cx="1357533" cy="12565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2" h="21561" extrusionOk="0">
                    <a:moveTo>
                      <a:pt x="4021" y="1771"/>
                    </a:moveTo>
                    <a:cubicBezTo>
                      <a:pt x="2470" y="2180"/>
                      <a:pt x="-18" y="4807"/>
                      <a:pt x="0" y="8971"/>
                    </a:cubicBezTo>
                    <a:cubicBezTo>
                      <a:pt x="0" y="13933"/>
                      <a:pt x="4940" y="21581"/>
                      <a:pt x="13054" y="21562"/>
                    </a:cubicBezTo>
                    <a:cubicBezTo>
                      <a:pt x="19905" y="21562"/>
                      <a:pt x="21582" y="16444"/>
                      <a:pt x="21582" y="12999"/>
                    </a:cubicBezTo>
                    <a:cubicBezTo>
                      <a:pt x="21582" y="5352"/>
                      <a:pt x="17219" y="-19"/>
                      <a:pt x="11539" y="0"/>
                    </a:cubicBezTo>
                    <a:cubicBezTo>
                      <a:pt x="8438" y="0"/>
                      <a:pt x="5679" y="2433"/>
                      <a:pt x="5679" y="6033"/>
                    </a:cubicBezTo>
                    <a:cubicBezTo>
                      <a:pt x="5679" y="9380"/>
                      <a:pt x="8023" y="14381"/>
                      <a:pt x="13613" y="14381"/>
                    </a:cubicBezTo>
                    <a:cubicBezTo>
                      <a:pt x="16245" y="14381"/>
                      <a:pt x="17778" y="12357"/>
                      <a:pt x="17778" y="10022"/>
                    </a:cubicBezTo>
                    <a:cubicBezTo>
                      <a:pt x="17778" y="7745"/>
                      <a:pt x="15848" y="4612"/>
                      <a:pt x="13036" y="4612"/>
                    </a:cubicBezTo>
                    <a:cubicBezTo>
                      <a:pt x="12188" y="4612"/>
                      <a:pt x="11575" y="5216"/>
                      <a:pt x="11593" y="6189"/>
                    </a:cubicBezTo>
                    <a:cubicBezTo>
                      <a:pt x="11593" y="7395"/>
                      <a:pt x="13144" y="8621"/>
                      <a:pt x="15073" y="8621"/>
                    </a:cubicBezTo>
                    <a:cubicBezTo>
                      <a:pt x="15542" y="8621"/>
                      <a:pt x="15921" y="8524"/>
                      <a:pt x="16101" y="8426"/>
                    </a:cubicBezTo>
                    <a:cubicBezTo>
                      <a:pt x="16191" y="8582"/>
                      <a:pt x="16245" y="8835"/>
                      <a:pt x="16245" y="9030"/>
                    </a:cubicBezTo>
                    <a:cubicBezTo>
                      <a:pt x="16245" y="10197"/>
                      <a:pt x="15217" y="10898"/>
                      <a:pt x="13613" y="10917"/>
                    </a:cubicBezTo>
                    <a:cubicBezTo>
                      <a:pt x="11215" y="10917"/>
                      <a:pt x="8925" y="8991"/>
                      <a:pt x="8907" y="5955"/>
                    </a:cubicBezTo>
                    <a:cubicBezTo>
                      <a:pt x="8907" y="4145"/>
                      <a:pt x="10367" y="2822"/>
                      <a:pt x="12477" y="2822"/>
                    </a:cubicBezTo>
                    <a:cubicBezTo>
                      <a:pt x="16660" y="2822"/>
                      <a:pt x="19148" y="6811"/>
                      <a:pt x="19148" y="10820"/>
                    </a:cubicBezTo>
                    <a:cubicBezTo>
                      <a:pt x="19148" y="14420"/>
                      <a:pt x="17327" y="16483"/>
                      <a:pt x="13577" y="16502"/>
                    </a:cubicBezTo>
                    <a:cubicBezTo>
                      <a:pt x="6076" y="16502"/>
                      <a:pt x="2398" y="9224"/>
                      <a:pt x="4039" y="183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3" name="Line">
                <a:extLst>
                  <a:ext uri="{FF2B5EF4-FFF2-40B4-BE49-F238E27FC236}">
                    <a16:creationId xmlns:a16="http://schemas.microsoft.com/office/drawing/2014/main" id="{A71365EF-2621-73BB-01B8-C795073E8910}"/>
                  </a:ext>
                </a:extLst>
              </p:cNvPr>
              <p:cNvSpPr/>
              <p:nvPr/>
            </p:nvSpPr>
            <p:spPr>
              <a:xfrm>
                <a:off x="3962309" y="8159386"/>
                <a:ext cx="3040541" cy="12917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901" y="18414"/>
                    </a:moveTo>
                    <a:cubicBezTo>
                      <a:pt x="19908" y="18414"/>
                      <a:pt x="19852" y="18224"/>
                      <a:pt x="20166" y="18224"/>
                    </a:cubicBezTo>
                    <a:cubicBezTo>
                      <a:pt x="20480" y="18224"/>
                      <a:pt x="20504" y="18661"/>
                      <a:pt x="20504" y="18964"/>
                    </a:cubicBezTo>
                    <a:cubicBezTo>
                      <a:pt x="20504" y="20045"/>
                      <a:pt x="19473" y="21391"/>
                      <a:pt x="17652" y="21391"/>
                    </a:cubicBezTo>
                    <a:cubicBezTo>
                      <a:pt x="16581" y="21391"/>
                      <a:pt x="15928" y="20064"/>
                      <a:pt x="15743" y="18585"/>
                    </a:cubicBezTo>
                    <a:cubicBezTo>
                      <a:pt x="14695" y="20159"/>
                      <a:pt x="13100" y="21600"/>
                      <a:pt x="11529" y="21600"/>
                    </a:cubicBezTo>
                    <a:cubicBezTo>
                      <a:pt x="7235" y="21600"/>
                      <a:pt x="6139" y="17219"/>
                      <a:pt x="4802" y="15797"/>
                    </a:cubicBezTo>
                    <a:cubicBezTo>
                      <a:pt x="3771" y="14716"/>
                      <a:pt x="2199" y="16840"/>
                      <a:pt x="0" y="11075"/>
                    </a:cubicBezTo>
                    <a:cubicBezTo>
                      <a:pt x="290" y="11227"/>
                      <a:pt x="693" y="11265"/>
                      <a:pt x="1007" y="11265"/>
                    </a:cubicBezTo>
                    <a:cubicBezTo>
                      <a:pt x="2933" y="11265"/>
                      <a:pt x="3964" y="9046"/>
                      <a:pt x="3956" y="5481"/>
                    </a:cubicBezTo>
                    <a:cubicBezTo>
                      <a:pt x="3956" y="5044"/>
                      <a:pt x="3932" y="4551"/>
                      <a:pt x="3916" y="4096"/>
                    </a:cubicBezTo>
                    <a:cubicBezTo>
                      <a:pt x="4504" y="4646"/>
                      <a:pt x="5849" y="6998"/>
                      <a:pt x="6163" y="11189"/>
                    </a:cubicBezTo>
                    <a:cubicBezTo>
                      <a:pt x="6204" y="11682"/>
                      <a:pt x="7066" y="12118"/>
                      <a:pt x="7606" y="12118"/>
                    </a:cubicBezTo>
                    <a:cubicBezTo>
                      <a:pt x="8363" y="12118"/>
                      <a:pt x="9322" y="11378"/>
                      <a:pt x="9467" y="8458"/>
                    </a:cubicBezTo>
                    <a:cubicBezTo>
                      <a:pt x="11980" y="7965"/>
                      <a:pt x="13680" y="4457"/>
                      <a:pt x="14035" y="0"/>
                    </a:cubicBezTo>
                    <a:cubicBezTo>
                      <a:pt x="14937" y="683"/>
                      <a:pt x="15960" y="2617"/>
                      <a:pt x="16218" y="3603"/>
                    </a:cubicBezTo>
                    <a:cubicBezTo>
                      <a:pt x="16573" y="3300"/>
                      <a:pt x="16992" y="3167"/>
                      <a:pt x="17475" y="3148"/>
                    </a:cubicBezTo>
                    <a:cubicBezTo>
                      <a:pt x="18144" y="3148"/>
                      <a:pt x="18901" y="3432"/>
                      <a:pt x="19803" y="4077"/>
                    </a:cubicBezTo>
                    <a:cubicBezTo>
                      <a:pt x="19844" y="3432"/>
                      <a:pt x="19884" y="2636"/>
                      <a:pt x="20303" y="2636"/>
                    </a:cubicBezTo>
                    <a:cubicBezTo>
                      <a:pt x="20931" y="2636"/>
                      <a:pt x="20762" y="4267"/>
                      <a:pt x="20972" y="5196"/>
                    </a:cubicBezTo>
                    <a:cubicBezTo>
                      <a:pt x="21076" y="5689"/>
                      <a:pt x="21600" y="5993"/>
                      <a:pt x="21600" y="6979"/>
                    </a:cubicBezTo>
                    <a:cubicBezTo>
                      <a:pt x="21600" y="7927"/>
                      <a:pt x="21262" y="8268"/>
                      <a:pt x="21052" y="8268"/>
                    </a:cubicBezTo>
                    <a:cubicBezTo>
                      <a:pt x="20972" y="8268"/>
                      <a:pt x="20867" y="8211"/>
                      <a:pt x="20802" y="8173"/>
                    </a:cubicBezTo>
                    <a:cubicBezTo>
                      <a:pt x="20383" y="8515"/>
                      <a:pt x="20367" y="15626"/>
                      <a:pt x="18603" y="15626"/>
                    </a:cubicBezTo>
                    <a:cubicBezTo>
                      <a:pt x="17306" y="15626"/>
                      <a:pt x="16105" y="13123"/>
                      <a:pt x="15582" y="9956"/>
                    </a:cubicBezTo>
                    <a:cubicBezTo>
                      <a:pt x="15437" y="9027"/>
                      <a:pt x="15122" y="8420"/>
                      <a:pt x="14824" y="8420"/>
                    </a:cubicBezTo>
                    <a:cubicBezTo>
                      <a:pt x="14486" y="8420"/>
                      <a:pt x="14301" y="8572"/>
                      <a:pt x="13906" y="9615"/>
                    </a:cubicBezTo>
                    <a:cubicBezTo>
                      <a:pt x="12778" y="12516"/>
                      <a:pt x="10893" y="15038"/>
                      <a:pt x="8564" y="15057"/>
                    </a:cubicBezTo>
                    <a:cubicBezTo>
                      <a:pt x="7847" y="15057"/>
                      <a:pt x="7283" y="14906"/>
                      <a:pt x="7138" y="14906"/>
                    </a:cubicBezTo>
                    <a:cubicBezTo>
                      <a:pt x="7058" y="14906"/>
                      <a:pt x="7058" y="14963"/>
                      <a:pt x="7058" y="15001"/>
                    </a:cubicBezTo>
                    <a:cubicBezTo>
                      <a:pt x="7058" y="15342"/>
                      <a:pt x="7775" y="16688"/>
                      <a:pt x="9322" y="16669"/>
                    </a:cubicBezTo>
                    <a:cubicBezTo>
                      <a:pt x="13012" y="16669"/>
                      <a:pt x="13914" y="11777"/>
                      <a:pt x="14494" y="11777"/>
                    </a:cubicBezTo>
                    <a:cubicBezTo>
                      <a:pt x="14575" y="11777"/>
                      <a:pt x="14832" y="11777"/>
                      <a:pt x="14977" y="12573"/>
                    </a:cubicBezTo>
                    <a:cubicBezTo>
                      <a:pt x="15839" y="17295"/>
                      <a:pt x="17717" y="18395"/>
                      <a:pt x="18893" y="18376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4" name="Shape">
                <a:extLst>
                  <a:ext uri="{FF2B5EF4-FFF2-40B4-BE49-F238E27FC236}">
                    <a16:creationId xmlns:a16="http://schemas.microsoft.com/office/drawing/2014/main" id="{3FDF170E-F164-212D-8206-157051971AEC}"/>
                  </a:ext>
                </a:extLst>
              </p:cNvPr>
              <p:cNvSpPr/>
              <p:nvPr/>
            </p:nvSpPr>
            <p:spPr>
              <a:xfrm>
                <a:off x="6393834" y="8552921"/>
                <a:ext cx="235895" cy="2358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719"/>
                      <a:pt x="4881" y="21600"/>
                      <a:pt x="10800" y="21600"/>
                    </a:cubicBezTo>
                    <a:cubicBezTo>
                      <a:pt x="16719" y="21600"/>
                      <a:pt x="21600" y="16719"/>
                      <a:pt x="21600" y="10800"/>
                    </a:cubicBezTo>
                    <a:cubicBezTo>
                      <a:pt x="21600" y="4881"/>
                      <a:pt x="16719" y="0"/>
                      <a:pt x="10800" y="0"/>
                    </a:cubicBezTo>
                    <a:cubicBezTo>
                      <a:pt x="4881" y="0"/>
                      <a:pt x="0" y="4881"/>
                      <a:pt x="0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5" name="Shape">
                <a:extLst>
                  <a:ext uri="{FF2B5EF4-FFF2-40B4-BE49-F238E27FC236}">
                    <a16:creationId xmlns:a16="http://schemas.microsoft.com/office/drawing/2014/main" id="{1709CD2E-9B2C-1FAF-62C4-7C38791CA4B5}"/>
                  </a:ext>
                </a:extLst>
              </p:cNvPr>
              <p:cNvSpPr/>
              <p:nvPr/>
            </p:nvSpPr>
            <p:spPr>
              <a:xfrm>
                <a:off x="7688984" y="7071778"/>
                <a:ext cx="1455060" cy="14017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455" y="1905"/>
                    </a:moveTo>
                    <a:cubicBezTo>
                      <a:pt x="14849" y="1905"/>
                      <a:pt x="14192" y="2412"/>
                      <a:pt x="14192" y="3635"/>
                    </a:cubicBezTo>
                    <a:cubicBezTo>
                      <a:pt x="14192" y="4998"/>
                      <a:pt x="15202" y="5854"/>
                      <a:pt x="15775" y="6134"/>
                    </a:cubicBezTo>
                    <a:cubicBezTo>
                      <a:pt x="16078" y="6309"/>
                      <a:pt x="16566" y="6501"/>
                      <a:pt x="17038" y="6501"/>
                    </a:cubicBezTo>
                    <a:cubicBezTo>
                      <a:pt x="18317" y="6501"/>
                      <a:pt x="19310" y="6134"/>
                      <a:pt x="19310" y="5033"/>
                    </a:cubicBezTo>
                    <a:cubicBezTo>
                      <a:pt x="19310" y="3635"/>
                      <a:pt x="17341" y="1905"/>
                      <a:pt x="15455" y="1905"/>
                    </a:cubicBezTo>
                    <a:moveTo>
                      <a:pt x="10724" y="4736"/>
                    </a:moveTo>
                    <a:cubicBezTo>
                      <a:pt x="9798" y="4736"/>
                      <a:pt x="4714" y="11796"/>
                      <a:pt x="1448" y="11796"/>
                    </a:cubicBezTo>
                    <a:cubicBezTo>
                      <a:pt x="657" y="11796"/>
                      <a:pt x="0" y="10258"/>
                      <a:pt x="0" y="9070"/>
                    </a:cubicBezTo>
                    <a:cubicBezTo>
                      <a:pt x="0" y="8441"/>
                      <a:pt x="387" y="7969"/>
                      <a:pt x="1801" y="7654"/>
                    </a:cubicBezTo>
                    <a:cubicBezTo>
                      <a:pt x="9327" y="5872"/>
                      <a:pt x="7660" y="0"/>
                      <a:pt x="14091" y="0"/>
                    </a:cubicBezTo>
                    <a:cubicBezTo>
                      <a:pt x="17644" y="0"/>
                      <a:pt x="21583" y="2499"/>
                      <a:pt x="21600" y="8126"/>
                    </a:cubicBezTo>
                    <a:cubicBezTo>
                      <a:pt x="21600" y="14138"/>
                      <a:pt x="13384" y="21600"/>
                      <a:pt x="12155" y="21600"/>
                    </a:cubicBezTo>
                    <a:cubicBezTo>
                      <a:pt x="11145" y="21600"/>
                      <a:pt x="10051" y="20097"/>
                      <a:pt x="10051" y="19101"/>
                    </a:cubicBezTo>
                    <a:cubicBezTo>
                      <a:pt x="10051" y="18786"/>
                      <a:pt x="10186" y="18367"/>
                      <a:pt x="11061" y="18017"/>
                    </a:cubicBezTo>
                    <a:cubicBezTo>
                      <a:pt x="15253" y="16287"/>
                      <a:pt x="17660" y="12285"/>
                      <a:pt x="17660" y="10241"/>
                    </a:cubicBezTo>
                    <a:cubicBezTo>
                      <a:pt x="17660" y="9786"/>
                      <a:pt x="17442" y="9332"/>
                      <a:pt x="16869" y="9332"/>
                    </a:cubicBezTo>
                    <a:cubicBezTo>
                      <a:pt x="16128" y="9332"/>
                      <a:pt x="12947" y="16882"/>
                      <a:pt x="9394" y="16882"/>
                    </a:cubicBezTo>
                    <a:cubicBezTo>
                      <a:pt x="6936" y="16882"/>
                      <a:pt x="4445" y="14575"/>
                      <a:pt x="4445" y="13474"/>
                    </a:cubicBezTo>
                    <a:cubicBezTo>
                      <a:pt x="4445" y="11656"/>
                      <a:pt x="11549" y="8283"/>
                      <a:pt x="11532" y="5732"/>
                    </a:cubicBezTo>
                    <a:cubicBezTo>
                      <a:pt x="11532" y="4771"/>
                      <a:pt x="11095" y="4736"/>
                      <a:pt x="10741" y="4736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6" name="Line">
                <a:extLst>
                  <a:ext uri="{FF2B5EF4-FFF2-40B4-BE49-F238E27FC236}">
                    <a16:creationId xmlns:a16="http://schemas.microsoft.com/office/drawing/2014/main" id="{D492C697-7B59-C03E-5D26-B76EC46AE5E1}"/>
                  </a:ext>
                </a:extLst>
              </p:cNvPr>
              <p:cNvSpPr/>
              <p:nvPr/>
            </p:nvSpPr>
            <p:spPr>
              <a:xfrm>
                <a:off x="2150007" y="3120550"/>
                <a:ext cx="418486" cy="460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8567"/>
                    </a:moveTo>
                    <a:cubicBezTo>
                      <a:pt x="21600" y="18567"/>
                      <a:pt x="17210" y="21600"/>
                      <a:pt x="11707" y="21600"/>
                    </a:cubicBezTo>
                    <a:cubicBezTo>
                      <a:pt x="5151" y="21600"/>
                      <a:pt x="0" y="17184"/>
                      <a:pt x="0" y="10960"/>
                    </a:cubicBezTo>
                    <a:cubicBezTo>
                      <a:pt x="0" y="6650"/>
                      <a:pt x="2400" y="2234"/>
                      <a:pt x="8078" y="0"/>
                    </a:cubicBezTo>
                    <a:cubicBezTo>
                      <a:pt x="7902" y="851"/>
                      <a:pt x="7902" y="1543"/>
                      <a:pt x="7902" y="2341"/>
                    </a:cubicBezTo>
                    <a:cubicBezTo>
                      <a:pt x="7902" y="10215"/>
                      <a:pt x="12761" y="16173"/>
                      <a:pt x="21600" y="18514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7" name="Shape">
                <a:extLst>
                  <a:ext uri="{FF2B5EF4-FFF2-40B4-BE49-F238E27FC236}">
                    <a16:creationId xmlns:a16="http://schemas.microsoft.com/office/drawing/2014/main" id="{7C9FCAD6-1F7D-29FA-F8E9-13668F71014F}"/>
                  </a:ext>
                </a:extLst>
              </p:cNvPr>
              <p:cNvSpPr/>
              <p:nvPr/>
            </p:nvSpPr>
            <p:spPr>
              <a:xfrm>
                <a:off x="3067499" y="4082273"/>
                <a:ext cx="460449" cy="6305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225" y="0"/>
                    </a:moveTo>
                    <a:cubicBezTo>
                      <a:pt x="3192" y="2642"/>
                      <a:pt x="0" y="7071"/>
                      <a:pt x="0" y="11616"/>
                    </a:cubicBezTo>
                    <a:cubicBezTo>
                      <a:pt x="0" y="17055"/>
                      <a:pt x="4575" y="21600"/>
                      <a:pt x="11651" y="21600"/>
                    </a:cubicBezTo>
                    <a:cubicBezTo>
                      <a:pt x="18408" y="21600"/>
                      <a:pt x="21600" y="17365"/>
                      <a:pt x="21600" y="13014"/>
                    </a:cubicBezTo>
                    <a:cubicBezTo>
                      <a:pt x="21600" y="6255"/>
                      <a:pt x="13141" y="1476"/>
                      <a:pt x="6225" y="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8" name="Line">
                <a:extLst>
                  <a:ext uri="{FF2B5EF4-FFF2-40B4-BE49-F238E27FC236}">
                    <a16:creationId xmlns:a16="http://schemas.microsoft.com/office/drawing/2014/main" id="{85BB5D05-B238-0AC9-60EE-91EB2EB254C3}"/>
                  </a:ext>
                </a:extLst>
              </p:cNvPr>
              <p:cNvSpPr/>
              <p:nvPr/>
            </p:nvSpPr>
            <p:spPr>
              <a:xfrm>
                <a:off x="2211249" y="3601412"/>
                <a:ext cx="912957" cy="7315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" y="17682"/>
                    </a:moveTo>
                    <a:cubicBezTo>
                      <a:pt x="80" y="17950"/>
                      <a:pt x="0" y="18285"/>
                      <a:pt x="0" y="18653"/>
                    </a:cubicBezTo>
                    <a:cubicBezTo>
                      <a:pt x="0" y="19423"/>
                      <a:pt x="698" y="20294"/>
                      <a:pt x="1315" y="20294"/>
                    </a:cubicBezTo>
                    <a:cubicBezTo>
                      <a:pt x="1878" y="20294"/>
                      <a:pt x="2227" y="20127"/>
                      <a:pt x="2495" y="20127"/>
                    </a:cubicBezTo>
                    <a:cubicBezTo>
                      <a:pt x="4159" y="20127"/>
                      <a:pt x="6064" y="21600"/>
                      <a:pt x="8774" y="21600"/>
                    </a:cubicBezTo>
                    <a:cubicBezTo>
                      <a:pt x="10384" y="21600"/>
                      <a:pt x="12262" y="20997"/>
                      <a:pt x="14624" y="19490"/>
                    </a:cubicBezTo>
                    <a:cubicBezTo>
                      <a:pt x="19641" y="16342"/>
                      <a:pt x="21600" y="8607"/>
                      <a:pt x="21600" y="7267"/>
                    </a:cubicBezTo>
                    <a:cubicBezTo>
                      <a:pt x="21600" y="5626"/>
                      <a:pt x="20527" y="5827"/>
                      <a:pt x="19641" y="4287"/>
                    </a:cubicBezTo>
                    <a:cubicBezTo>
                      <a:pt x="18756" y="2780"/>
                      <a:pt x="19078" y="1440"/>
                      <a:pt x="18514" y="703"/>
                    </a:cubicBezTo>
                    <a:cubicBezTo>
                      <a:pt x="18192" y="301"/>
                      <a:pt x="17200" y="268"/>
                      <a:pt x="15938" y="100"/>
                    </a:cubicBezTo>
                    <a:cubicBezTo>
                      <a:pt x="15509" y="33"/>
                      <a:pt x="14972" y="0"/>
                      <a:pt x="14409" y="0"/>
                    </a:cubicBezTo>
                    <a:cubicBezTo>
                      <a:pt x="12101" y="0"/>
                      <a:pt x="9364" y="368"/>
                      <a:pt x="6306" y="2813"/>
                    </a:cubicBezTo>
                    <a:cubicBezTo>
                      <a:pt x="241" y="7635"/>
                      <a:pt x="1154" y="15639"/>
                      <a:pt x="188" y="17648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9" name="Line">
                <a:extLst>
                  <a:ext uri="{FF2B5EF4-FFF2-40B4-BE49-F238E27FC236}">
                    <a16:creationId xmlns:a16="http://schemas.microsoft.com/office/drawing/2014/main" id="{0F7ED14E-0B4D-035C-C20A-E5B70B4A2C9D}"/>
                  </a:ext>
                </a:extLst>
              </p:cNvPr>
              <p:cNvSpPr/>
              <p:nvPr/>
            </p:nvSpPr>
            <p:spPr>
              <a:xfrm>
                <a:off x="2734072" y="3703481"/>
                <a:ext cx="256309" cy="3073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101" y="9166"/>
                    </a:moveTo>
                    <a:cubicBezTo>
                      <a:pt x="16821" y="11079"/>
                      <a:pt x="21600" y="13550"/>
                      <a:pt x="21600" y="14985"/>
                    </a:cubicBezTo>
                    <a:cubicBezTo>
                      <a:pt x="21600" y="17854"/>
                      <a:pt x="19593" y="21600"/>
                      <a:pt x="15674" y="21600"/>
                    </a:cubicBezTo>
                    <a:cubicBezTo>
                      <a:pt x="6977" y="21600"/>
                      <a:pt x="0" y="10601"/>
                      <a:pt x="0" y="4384"/>
                    </a:cubicBezTo>
                    <a:cubicBezTo>
                      <a:pt x="0" y="478"/>
                      <a:pt x="2772" y="0"/>
                      <a:pt x="6499" y="0"/>
                    </a:cubicBezTo>
                    <a:cubicBezTo>
                      <a:pt x="8219" y="0"/>
                      <a:pt x="8984" y="239"/>
                      <a:pt x="10227" y="797"/>
                    </a:cubicBezTo>
                    <a:cubicBezTo>
                      <a:pt x="12425" y="1833"/>
                      <a:pt x="12425" y="5978"/>
                      <a:pt x="15196" y="9086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0" name="Line">
                <a:extLst>
                  <a:ext uri="{FF2B5EF4-FFF2-40B4-BE49-F238E27FC236}">
                    <a16:creationId xmlns:a16="http://schemas.microsoft.com/office/drawing/2014/main" id="{6DB9A3CF-5C40-55E0-7708-A6C960786D8A}"/>
                  </a:ext>
                </a:extLst>
              </p:cNvPr>
              <p:cNvSpPr/>
              <p:nvPr/>
            </p:nvSpPr>
            <p:spPr>
              <a:xfrm>
                <a:off x="2438070" y="3831635"/>
                <a:ext cx="311881" cy="3629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138" y="21600"/>
                    </a:moveTo>
                    <a:cubicBezTo>
                      <a:pt x="7383" y="21600"/>
                      <a:pt x="0" y="14445"/>
                      <a:pt x="0" y="7897"/>
                    </a:cubicBezTo>
                    <a:cubicBezTo>
                      <a:pt x="0" y="4387"/>
                      <a:pt x="3063" y="0"/>
                      <a:pt x="5263" y="0"/>
                    </a:cubicBezTo>
                    <a:cubicBezTo>
                      <a:pt x="6048" y="0"/>
                      <a:pt x="6519" y="540"/>
                      <a:pt x="6676" y="1755"/>
                    </a:cubicBezTo>
                    <a:cubicBezTo>
                      <a:pt x="7933" y="10327"/>
                      <a:pt x="14452" y="15255"/>
                      <a:pt x="20579" y="17752"/>
                    </a:cubicBezTo>
                    <a:cubicBezTo>
                      <a:pt x="21207" y="18090"/>
                      <a:pt x="21600" y="18292"/>
                      <a:pt x="21600" y="18630"/>
                    </a:cubicBezTo>
                    <a:cubicBezTo>
                      <a:pt x="21600" y="19845"/>
                      <a:pt x="17751" y="21600"/>
                      <a:pt x="14060" y="216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1" name="Line">
                <a:extLst>
                  <a:ext uri="{FF2B5EF4-FFF2-40B4-BE49-F238E27FC236}">
                    <a16:creationId xmlns:a16="http://schemas.microsoft.com/office/drawing/2014/main" id="{CC066A07-DB77-8560-8556-EB03E8D3167F}"/>
                  </a:ext>
                </a:extLst>
              </p:cNvPr>
              <p:cNvSpPr/>
              <p:nvPr/>
            </p:nvSpPr>
            <p:spPr>
              <a:xfrm>
                <a:off x="2455082" y="2922082"/>
                <a:ext cx="463850" cy="5284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385" y="21600"/>
                    </a:moveTo>
                    <a:cubicBezTo>
                      <a:pt x="21072" y="19653"/>
                      <a:pt x="21600" y="17243"/>
                      <a:pt x="21600" y="14601"/>
                    </a:cubicBezTo>
                    <a:cubicBezTo>
                      <a:pt x="21600" y="8807"/>
                      <a:pt x="18537" y="0"/>
                      <a:pt x="9189" y="0"/>
                    </a:cubicBezTo>
                    <a:cubicBezTo>
                      <a:pt x="3855" y="0"/>
                      <a:pt x="0" y="3755"/>
                      <a:pt x="0" y="8204"/>
                    </a:cubicBezTo>
                    <a:cubicBezTo>
                      <a:pt x="0" y="17753"/>
                      <a:pt x="10879" y="21600"/>
                      <a:pt x="20333" y="21554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2" name="Line">
                <a:extLst>
                  <a:ext uri="{FF2B5EF4-FFF2-40B4-BE49-F238E27FC236}">
                    <a16:creationId xmlns:a16="http://schemas.microsoft.com/office/drawing/2014/main" id="{193AD0F0-378D-2CEC-AC74-73F9C71DBBB3}"/>
                  </a:ext>
                </a:extLst>
              </p:cNvPr>
              <p:cNvSpPr/>
              <p:nvPr/>
            </p:nvSpPr>
            <p:spPr>
              <a:xfrm>
                <a:off x="2129593" y="4630046"/>
                <a:ext cx="561384" cy="3311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74"/>
                    </a:moveTo>
                    <a:cubicBezTo>
                      <a:pt x="0" y="14721"/>
                      <a:pt x="2618" y="21600"/>
                      <a:pt x="7287" y="21600"/>
                    </a:cubicBezTo>
                    <a:cubicBezTo>
                      <a:pt x="10909" y="21600"/>
                      <a:pt x="15796" y="17162"/>
                      <a:pt x="21600" y="8655"/>
                    </a:cubicBezTo>
                    <a:cubicBezTo>
                      <a:pt x="17193" y="10430"/>
                      <a:pt x="13745" y="11540"/>
                      <a:pt x="10691" y="11540"/>
                    </a:cubicBezTo>
                    <a:cubicBezTo>
                      <a:pt x="6589" y="11540"/>
                      <a:pt x="3447" y="8877"/>
                      <a:pt x="0" y="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3" name="Line">
                <a:extLst>
                  <a:ext uri="{FF2B5EF4-FFF2-40B4-BE49-F238E27FC236}">
                    <a16:creationId xmlns:a16="http://schemas.microsoft.com/office/drawing/2014/main" id="{4B4C6974-73D1-CBC9-A9C6-F38FEBA855DF}"/>
                  </a:ext>
                </a:extLst>
              </p:cNvPr>
              <p:cNvSpPr/>
              <p:nvPr/>
            </p:nvSpPr>
            <p:spPr>
              <a:xfrm>
                <a:off x="2229395" y="4369202"/>
                <a:ext cx="407145" cy="2597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1" y="0"/>
                    </a:moveTo>
                    <a:cubicBezTo>
                      <a:pt x="0" y="1226"/>
                      <a:pt x="0" y="2452"/>
                      <a:pt x="0" y="3679"/>
                    </a:cubicBezTo>
                    <a:cubicBezTo>
                      <a:pt x="0" y="15186"/>
                      <a:pt x="3911" y="21600"/>
                      <a:pt x="9085" y="21600"/>
                    </a:cubicBezTo>
                    <a:cubicBezTo>
                      <a:pt x="12996" y="21600"/>
                      <a:pt x="17509" y="17921"/>
                      <a:pt x="21600" y="9810"/>
                    </a:cubicBezTo>
                    <a:cubicBezTo>
                      <a:pt x="19855" y="10281"/>
                      <a:pt x="17870" y="10564"/>
                      <a:pt x="15944" y="10564"/>
                    </a:cubicBezTo>
                    <a:cubicBezTo>
                      <a:pt x="10168" y="10564"/>
                      <a:pt x="3911" y="8112"/>
                      <a:pt x="120" y="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4" name="Line">
                <a:extLst>
                  <a:ext uri="{FF2B5EF4-FFF2-40B4-BE49-F238E27FC236}">
                    <a16:creationId xmlns:a16="http://schemas.microsoft.com/office/drawing/2014/main" id="{B0E0E206-3974-51AD-6069-3D447FCA78A9}"/>
                  </a:ext>
                </a:extLst>
              </p:cNvPr>
              <p:cNvSpPr/>
              <p:nvPr/>
            </p:nvSpPr>
            <p:spPr>
              <a:xfrm>
                <a:off x="2745413" y="4327240"/>
                <a:ext cx="300539" cy="4218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079" y="0"/>
                    </a:moveTo>
                    <a:cubicBezTo>
                      <a:pt x="10189" y="929"/>
                      <a:pt x="0" y="5168"/>
                      <a:pt x="0" y="12716"/>
                    </a:cubicBezTo>
                    <a:cubicBezTo>
                      <a:pt x="0" y="18174"/>
                      <a:pt x="5950" y="21600"/>
                      <a:pt x="13368" y="21600"/>
                    </a:cubicBezTo>
                    <a:cubicBezTo>
                      <a:pt x="17198" y="21600"/>
                      <a:pt x="19970" y="20961"/>
                      <a:pt x="21600" y="20090"/>
                    </a:cubicBezTo>
                    <a:cubicBezTo>
                      <a:pt x="15650" y="16026"/>
                      <a:pt x="13531" y="11497"/>
                      <a:pt x="13531" y="6968"/>
                    </a:cubicBezTo>
                    <a:cubicBezTo>
                      <a:pt x="13531" y="3774"/>
                      <a:pt x="14183" y="1858"/>
                      <a:pt x="14998" y="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5" name="Shape">
                <a:extLst>
                  <a:ext uri="{FF2B5EF4-FFF2-40B4-BE49-F238E27FC236}">
                    <a16:creationId xmlns:a16="http://schemas.microsoft.com/office/drawing/2014/main" id="{559A9BEB-E588-9E27-0564-4F67990B8799}"/>
                  </a:ext>
                </a:extLst>
              </p:cNvPr>
              <p:cNvSpPr/>
              <p:nvPr/>
            </p:nvSpPr>
            <p:spPr>
              <a:xfrm>
                <a:off x="3060695" y="3400675"/>
                <a:ext cx="235895" cy="2358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719"/>
                      <a:pt x="4881" y="21600"/>
                      <a:pt x="10800" y="21600"/>
                    </a:cubicBezTo>
                    <a:cubicBezTo>
                      <a:pt x="16719" y="21600"/>
                      <a:pt x="21600" y="16719"/>
                      <a:pt x="21600" y="10800"/>
                    </a:cubicBezTo>
                    <a:cubicBezTo>
                      <a:pt x="21600" y="4881"/>
                      <a:pt x="16719" y="0"/>
                      <a:pt x="10800" y="0"/>
                    </a:cubicBezTo>
                    <a:cubicBezTo>
                      <a:pt x="4881" y="0"/>
                      <a:pt x="0" y="4881"/>
                      <a:pt x="0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6" name="Shape">
                <a:extLst>
                  <a:ext uri="{FF2B5EF4-FFF2-40B4-BE49-F238E27FC236}">
                    <a16:creationId xmlns:a16="http://schemas.microsoft.com/office/drawing/2014/main" id="{A204CAE8-2E94-D0D4-6973-CFFE93B72301}"/>
                  </a:ext>
                </a:extLst>
              </p:cNvPr>
              <p:cNvSpPr/>
              <p:nvPr/>
            </p:nvSpPr>
            <p:spPr>
              <a:xfrm>
                <a:off x="3214933" y="3666056"/>
                <a:ext cx="235895" cy="2358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719"/>
                      <a:pt x="4881" y="21600"/>
                      <a:pt x="10800" y="21600"/>
                    </a:cubicBezTo>
                    <a:cubicBezTo>
                      <a:pt x="16719" y="21600"/>
                      <a:pt x="21600" y="16719"/>
                      <a:pt x="21600" y="10800"/>
                    </a:cubicBezTo>
                    <a:cubicBezTo>
                      <a:pt x="21600" y="4881"/>
                      <a:pt x="16719" y="0"/>
                      <a:pt x="10800" y="0"/>
                    </a:cubicBezTo>
                    <a:cubicBezTo>
                      <a:pt x="4881" y="0"/>
                      <a:pt x="0" y="4881"/>
                      <a:pt x="0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7" name="Line">
                <a:extLst>
                  <a:ext uri="{FF2B5EF4-FFF2-40B4-BE49-F238E27FC236}">
                    <a16:creationId xmlns:a16="http://schemas.microsoft.com/office/drawing/2014/main" id="{9C689E7C-A66E-6B3B-BE0E-E83E2F611FF3}"/>
                  </a:ext>
                </a:extLst>
              </p:cNvPr>
              <p:cNvSpPr/>
              <p:nvPr/>
            </p:nvSpPr>
            <p:spPr>
              <a:xfrm>
                <a:off x="7819406" y="5119980"/>
                <a:ext cx="226823" cy="2245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473"/>
                    </a:moveTo>
                    <a:cubicBezTo>
                      <a:pt x="0" y="4800"/>
                      <a:pt x="5076" y="0"/>
                      <a:pt x="10584" y="0"/>
                    </a:cubicBezTo>
                    <a:cubicBezTo>
                      <a:pt x="16740" y="0"/>
                      <a:pt x="21600" y="4800"/>
                      <a:pt x="21600" y="10473"/>
                    </a:cubicBezTo>
                    <a:cubicBezTo>
                      <a:pt x="21600" y="17018"/>
                      <a:pt x="16848" y="21600"/>
                      <a:pt x="10584" y="21600"/>
                    </a:cubicBezTo>
                    <a:cubicBezTo>
                      <a:pt x="5076" y="21600"/>
                      <a:pt x="0" y="17018"/>
                      <a:pt x="0" y="10582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8" name="Shape">
                <a:extLst>
                  <a:ext uri="{FF2B5EF4-FFF2-40B4-BE49-F238E27FC236}">
                    <a16:creationId xmlns:a16="http://schemas.microsoft.com/office/drawing/2014/main" id="{1DC8E7D7-BD45-FF3F-51BE-316CBE0F880C}"/>
                  </a:ext>
                </a:extLst>
              </p:cNvPr>
              <p:cNvSpPr/>
              <p:nvPr/>
            </p:nvSpPr>
            <p:spPr>
              <a:xfrm>
                <a:off x="6782833" y="4202488"/>
                <a:ext cx="235895" cy="2358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719"/>
                      <a:pt x="4881" y="21600"/>
                      <a:pt x="10800" y="21600"/>
                    </a:cubicBezTo>
                    <a:cubicBezTo>
                      <a:pt x="16719" y="21600"/>
                      <a:pt x="21600" y="16719"/>
                      <a:pt x="21600" y="10800"/>
                    </a:cubicBezTo>
                    <a:cubicBezTo>
                      <a:pt x="21600" y="4881"/>
                      <a:pt x="16719" y="0"/>
                      <a:pt x="10800" y="0"/>
                    </a:cubicBezTo>
                    <a:cubicBezTo>
                      <a:pt x="4881" y="0"/>
                      <a:pt x="0" y="4881"/>
                      <a:pt x="0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9" name="Shape">
                <a:extLst>
                  <a:ext uri="{FF2B5EF4-FFF2-40B4-BE49-F238E27FC236}">
                    <a16:creationId xmlns:a16="http://schemas.microsoft.com/office/drawing/2014/main" id="{891717BB-34F2-0544-1C26-1C12092520D6}"/>
                  </a:ext>
                </a:extLst>
              </p:cNvPr>
              <p:cNvSpPr/>
              <p:nvPr/>
            </p:nvSpPr>
            <p:spPr>
              <a:xfrm>
                <a:off x="6683032" y="4568805"/>
                <a:ext cx="335696" cy="3356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711"/>
                      <a:pt x="4962" y="21600"/>
                      <a:pt x="10800" y="21600"/>
                    </a:cubicBezTo>
                    <a:cubicBezTo>
                      <a:pt x="16711" y="21600"/>
                      <a:pt x="21600" y="16638"/>
                      <a:pt x="21600" y="10800"/>
                    </a:cubicBezTo>
                    <a:cubicBezTo>
                      <a:pt x="21600" y="4889"/>
                      <a:pt x="16638" y="0"/>
                      <a:pt x="10800" y="0"/>
                    </a:cubicBezTo>
                    <a:cubicBezTo>
                      <a:pt x="4889" y="0"/>
                      <a:pt x="0" y="4962"/>
                      <a:pt x="0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0" name="Line">
                <a:extLst>
                  <a:ext uri="{FF2B5EF4-FFF2-40B4-BE49-F238E27FC236}">
                    <a16:creationId xmlns:a16="http://schemas.microsoft.com/office/drawing/2014/main" id="{FFC966D1-B01F-EC44-FA3C-7FD3B2B91F81}"/>
                  </a:ext>
                </a:extLst>
              </p:cNvPr>
              <p:cNvSpPr/>
              <p:nvPr/>
            </p:nvSpPr>
            <p:spPr>
              <a:xfrm>
                <a:off x="7055019" y="4368056"/>
                <a:ext cx="359512" cy="3595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33" extrusionOk="0">
                    <a:moveTo>
                      <a:pt x="0" y="10733"/>
                    </a:moveTo>
                    <a:cubicBezTo>
                      <a:pt x="0" y="16778"/>
                      <a:pt x="4770" y="21533"/>
                      <a:pt x="10766" y="21533"/>
                    </a:cubicBezTo>
                    <a:cubicBezTo>
                      <a:pt x="16830" y="21533"/>
                      <a:pt x="21600" y="16778"/>
                      <a:pt x="21600" y="10733"/>
                    </a:cubicBezTo>
                    <a:cubicBezTo>
                      <a:pt x="21600" y="4756"/>
                      <a:pt x="16762" y="-67"/>
                      <a:pt x="10766" y="1"/>
                    </a:cubicBezTo>
                    <a:cubicBezTo>
                      <a:pt x="4770" y="1"/>
                      <a:pt x="0" y="4756"/>
                      <a:pt x="0" y="10801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1" name="Shape">
                <a:extLst>
                  <a:ext uri="{FF2B5EF4-FFF2-40B4-BE49-F238E27FC236}">
                    <a16:creationId xmlns:a16="http://schemas.microsoft.com/office/drawing/2014/main" id="{AB9FC996-E1DB-3ABF-9693-5201BB603E02}"/>
                  </a:ext>
                </a:extLst>
              </p:cNvPr>
              <p:cNvSpPr/>
              <p:nvPr/>
            </p:nvSpPr>
            <p:spPr>
              <a:xfrm>
                <a:off x="7068628" y="4051652"/>
                <a:ext cx="223420" cy="2245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800"/>
                      <a:pt x="4824" y="21600"/>
                      <a:pt x="10745" y="21600"/>
                    </a:cubicBezTo>
                    <a:cubicBezTo>
                      <a:pt x="16776" y="21600"/>
                      <a:pt x="21600" y="16800"/>
                      <a:pt x="21600" y="10800"/>
                    </a:cubicBezTo>
                    <a:cubicBezTo>
                      <a:pt x="21600" y="4800"/>
                      <a:pt x="16776" y="0"/>
                      <a:pt x="10745" y="0"/>
                    </a:cubicBezTo>
                    <a:cubicBezTo>
                      <a:pt x="4824" y="0"/>
                      <a:pt x="0" y="4800"/>
                      <a:pt x="0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2" name="Shape">
                <a:extLst>
                  <a:ext uri="{FF2B5EF4-FFF2-40B4-BE49-F238E27FC236}">
                    <a16:creationId xmlns:a16="http://schemas.microsoft.com/office/drawing/2014/main" id="{1C2A7E20-D408-BB56-8A02-A2E278CF4047}"/>
                  </a:ext>
                </a:extLst>
              </p:cNvPr>
              <p:cNvSpPr/>
              <p:nvPr/>
            </p:nvSpPr>
            <p:spPr>
              <a:xfrm>
                <a:off x="7602792" y="3768125"/>
                <a:ext cx="224554" cy="2245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800"/>
                      <a:pt x="4800" y="21600"/>
                      <a:pt x="10800" y="21600"/>
                    </a:cubicBezTo>
                    <a:cubicBezTo>
                      <a:pt x="16800" y="21600"/>
                      <a:pt x="21600" y="16800"/>
                      <a:pt x="21600" y="10800"/>
                    </a:cubicBezTo>
                    <a:cubicBezTo>
                      <a:pt x="21600" y="4800"/>
                      <a:pt x="16800" y="0"/>
                      <a:pt x="10800" y="0"/>
                    </a:cubicBezTo>
                    <a:cubicBezTo>
                      <a:pt x="4800" y="0"/>
                      <a:pt x="0" y="4800"/>
                      <a:pt x="0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3" name="Shape">
                <a:extLst>
                  <a:ext uri="{FF2B5EF4-FFF2-40B4-BE49-F238E27FC236}">
                    <a16:creationId xmlns:a16="http://schemas.microsoft.com/office/drawing/2014/main" id="{3A8C99C4-3712-455E-A6FD-C251B388818A}"/>
                  </a:ext>
                </a:extLst>
              </p:cNvPr>
              <p:cNvSpPr/>
              <p:nvPr/>
            </p:nvSpPr>
            <p:spPr>
              <a:xfrm>
                <a:off x="7381630" y="4053920"/>
                <a:ext cx="377681" cy="3776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72" h="21600" extrusionOk="0">
                    <a:moveTo>
                      <a:pt x="0" y="10832"/>
                    </a:moveTo>
                    <a:cubicBezTo>
                      <a:pt x="0" y="16735"/>
                      <a:pt x="4901" y="21600"/>
                      <a:pt x="10768" y="21600"/>
                    </a:cubicBezTo>
                    <a:cubicBezTo>
                      <a:pt x="16636" y="21600"/>
                      <a:pt x="21536" y="16670"/>
                      <a:pt x="21472" y="10768"/>
                    </a:cubicBezTo>
                    <a:cubicBezTo>
                      <a:pt x="21472" y="4865"/>
                      <a:pt x="16571" y="0"/>
                      <a:pt x="10704" y="0"/>
                    </a:cubicBezTo>
                    <a:cubicBezTo>
                      <a:pt x="4836" y="0"/>
                      <a:pt x="-64" y="4930"/>
                      <a:pt x="0" y="10832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4" name="Line">
                <a:extLst>
                  <a:ext uri="{FF2B5EF4-FFF2-40B4-BE49-F238E27FC236}">
                    <a16:creationId xmlns:a16="http://schemas.microsoft.com/office/drawing/2014/main" id="{75FA74C5-B249-903D-CF92-ADCAB84EF086}"/>
                  </a:ext>
                </a:extLst>
              </p:cNvPr>
              <p:cNvSpPr/>
              <p:nvPr/>
            </p:nvSpPr>
            <p:spPr>
              <a:xfrm>
                <a:off x="7078835" y="4816040"/>
                <a:ext cx="235895" cy="2358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719"/>
                      <a:pt x="4881" y="21600"/>
                      <a:pt x="10800" y="21600"/>
                    </a:cubicBezTo>
                    <a:cubicBezTo>
                      <a:pt x="16719" y="21600"/>
                      <a:pt x="21600" y="16719"/>
                      <a:pt x="21600" y="10800"/>
                    </a:cubicBezTo>
                    <a:cubicBezTo>
                      <a:pt x="21600" y="4881"/>
                      <a:pt x="16719" y="0"/>
                      <a:pt x="10800" y="0"/>
                    </a:cubicBezTo>
                    <a:cubicBezTo>
                      <a:pt x="4881" y="0"/>
                      <a:pt x="0" y="4881"/>
                      <a:pt x="104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5" name="Shape">
                <a:extLst>
                  <a:ext uri="{FF2B5EF4-FFF2-40B4-BE49-F238E27FC236}">
                    <a16:creationId xmlns:a16="http://schemas.microsoft.com/office/drawing/2014/main" id="{7CB1634C-CD48-41E3-3732-4CFA6973D3CA}"/>
                  </a:ext>
                </a:extLst>
              </p:cNvPr>
              <p:cNvSpPr/>
              <p:nvPr/>
            </p:nvSpPr>
            <p:spPr>
              <a:xfrm>
                <a:off x="7464431" y="4580146"/>
                <a:ext cx="235895" cy="2358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719"/>
                      <a:pt x="4881" y="21600"/>
                      <a:pt x="10800" y="21600"/>
                    </a:cubicBezTo>
                    <a:cubicBezTo>
                      <a:pt x="16719" y="21600"/>
                      <a:pt x="21600" y="16719"/>
                      <a:pt x="21600" y="10800"/>
                    </a:cubicBezTo>
                    <a:cubicBezTo>
                      <a:pt x="21600" y="4881"/>
                      <a:pt x="16719" y="0"/>
                      <a:pt x="10800" y="0"/>
                    </a:cubicBezTo>
                    <a:cubicBezTo>
                      <a:pt x="4881" y="0"/>
                      <a:pt x="0" y="4881"/>
                      <a:pt x="0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6" name="Line">
                <a:extLst>
                  <a:ext uri="{FF2B5EF4-FFF2-40B4-BE49-F238E27FC236}">
                    <a16:creationId xmlns:a16="http://schemas.microsoft.com/office/drawing/2014/main" id="{1BAEF12D-B814-A747-B2CA-F32CE08C12A2}"/>
                  </a:ext>
                </a:extLst>
              </p:cNvPr>
              <p:cNvSpPr/>
              <p:nvPr/>
            </p:nvSpPr>
            <p:spPr>
              <a:xfrm>
                <a:off x="7354423" y="4909037"/>
                <a:ext cx="408289" cy="4071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1" h="21600" extrusionOk="0">
                    <a:moveTo>
                      <a:pt x="60" y="10830"/>
                    </a:moveTo>
                    <a:cubicBezTo>
                      <a:pt x="60" y="16787"/>
                      <a:pt x="4906" y="21600"/>
                      <a:pt x="10830" y="21600"/>
                    </a:cubicBezTo>
                    <a:cubicBezTo>
                      <a:pt x="16753" y="21600"/>
                      <a:pt x="21600" y="16726"/>
                      <a:pt x="21540" y="10770"/>
                    </a:cubicBezTo>
                    <a:cubicBezTo>
                      <a:pt x="21540" y="4813"/>
                      <a:pt x="16694" y="0"/>
                      <a:pt x="10770" y="0"/>
                    </a:cubicBezTo>
                    <a:cubicBezTo>
                      <a:pt x="4847" y="0"/>
                      <a:pt x="0" y="4874"/>
                      <a:pt x="0" y="1083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7" name="Line">
                <a:extLst>
                  <a:ext uri="{FF2B5EF4-FFF2-40B4-BE49-F238E27FC236}">
                    <a16:creationId xmlns:a16="http://schemas.microsoft.com/office/drawing/2014/main" id="{61E88D09-F1B8-F0B3-B87C-DFE6716E5EAE}"/>
                  </a:ext>
                </a:extLst>
              </p:cNvPr>
              <p:cNvSpPr/>
              <p:nvPr/>
            </p:nvSpPr>
            <p:spPr>
              <a:xfrm>
                <a:off x="7779713" y="4723043"/>
                <a:ext cx="277857" cy="2778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8" y="10844"/>
                    </a:moveTo>
                    <a:cubicBezTo>
                      <a:pt x="88" y="16839"/>
                      <a:pt x="4937" y="21600"/>
                      <a:pt x="10844" y="21600"/>
                    </a:cubicBezTo>
                    <a:cubicBezTo>
                      <a:pt x="16839" y="21600"/>
                      <a:pt x="21600" y="16751"/>
                      <a:pt x="21600" y="10756"/>
                    </a:cubicBezTo>
                    <a:cubicBezTo>
                      <a:pt x="21600" y="4761"/>
                      <a:pt x="16751" y="0"/>
                      <a:pt x="10756" y="0"/>
                    </a:cubicBezTo>
                    <a:cubicBezTo>
                      <a:pt x="4849" y="0"/>
                      <a:pt x="0" y="4849"/>
                      <a:pt x="0" y="10756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8" name="Line">
                <a:extLst>
                  <a:ext uri="{FF2B5EF4-FFF2-40B4-BE49-F238E27FC236}">
                    <a16:creationId xmlns:a16="http://schemas.microsoft.com/office/drawing/2014/main" id="{1D221A76-3E55-CC20-D2B8-C99171F4B503}"/>
                  </a:ext>
                </a:extLst>
              </p:cNvPr>
              <p:cNvSpPr/>
              <p:nvPr/>
            </p:nvSpPr>
            <p:spPr>
              <a:xfrm>
                <a:off x="7770640" y="4365800"/>
                <a:ext cx="248370" cy="2483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9" y="10849"/>
                    </a:moveTo>
                    <a:cubicBezTo>
                      <a:pt x="99" y="16767"/>
                      <a:pt x="5030" y="21600"/>
                      <a:pt x="10849" y="21600"/>
                    </a:cubicBezTo>
                    <a:cubicBezTo>
                      <a:pt x="16767" y="21600"/>
                      <a:pt x="21600" y="16668"/>
                      <a:pt x="21600" y="10751"/>
                    </a:cubicBezTo>
                    <a:cubicBezTo>
                      <a:pt x="21600" y="4833"/>
                      <a:pt x="16668" y="0"/>
                      <a:pt x="10751" y="0"/>
                    </a:cubicBezTo>
                    <a:cubicBezTo>
                      <a:pt x="4932" y="0"/>
                      <a:pt x="0" y="4833"/>
                      <a:pt x="0" y="10751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9" name="Line">
                <a:extLst>
                  <a:ext uri="{FF2B5EF4-FFF2-40B4-BE49-F238E27FC236}">
                    <a16:creationId xmlns:a16="http://schemas.microsoft.com/office/drawing/2014/main" id="{1BAE3CBC-5C69-676E-F264-0258BA963AEA}"/>
                  </a:ext>
                </a:extLst>
              </p:cNvPr>
              <p:cNvSpPr/>
              <p:nvPr/>
            </p:nvSpPr>
            <p:spPr>
              <a:xfrm>
                <a:off x="7011922" y="8362391"/>
                <a:ext cx="1227104" cy="850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725" y="0"/>
                    </a:moveTo>
                    <a:cubicBezTo>
                      <a:pt x="17368" y="1498"/>
                      <a:pt x="14214" y="4867"/>
                      <a:pt x="8963" y="4867"/>
                    </a:cubicBezTo>
                    <a:cubicBezTo>
                      <a:pt x="6149" y="4867"/>
                      <a:pt x="4911" y="3600"/>
                      <a:pt x="4492" y="3600"/>
                    </a:cubicBezTo>
                    <a:cubicBezTo>
                      <a:pt x="3973" y="3600"/>
                      <a:pt x="3394" y="4349"/>
                      <a:pt x="2835" y="5328"/>
                    </a:cubicBezTo>
                    <a:cubicBezTo>
                      <a:pt x="1597" y="7430"/>
                      <a:pt x="0" y="11318"/>
                      <a:pt x="0" y="15610"/>
                    </a:cubicBezTo>
                    <a:cubicBezTo>
                      <a:pt x="0" y="18605"/>
                      <a:pt x="1617" y="21600"/>
                      <a:pt x="4611" y="21600"/>
                    </a:cubicBezTo>
                    <a:cubicBezTo>
                      <a:pt x="14333" y="21600"/>
                      <a:pt x="21600" y="12816"/>
                      <a:pt x="21600" y="5702"/>
                    </a:cubicBezTo>
                    <a:cubicBezTo>
                      <a:pt x="21600" y="1670"/>
                      <a:pt x="19943" y="0"/>
                      <a:pt x="18745" y="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0" name="Shape">
                <a:extLst>
                  <a:ext uri="{FF2B5EF4-FFF2-40B4-BE49-F238E27FC236}">
                    <a16:creationId xmlns:a16="http://schemas.microsoft.com/office/drawing/2014/main" id="{359BD1F4-2D38-D4F4-D74E-B2DF4FC7131A}"/>
                  </a:ext>
                </a:extLst>
              </p:cNvPr>
              <p:cNvSpPr/>
              <p:nvPr/>
            </p:nvSpPr>
            <p:spPr>
              <a:xfrm>
                <a:off x="7314728" y="8040305"/>
                <a:ext cx="637369" cy="3867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601" y="16152"/>
                    </a:moveTo>
                    <a:cubicBezTo>
                      <a:pt x="21408" y="15012"/>
                      <a:pt x="21600" y="13175"/>
                      <a:pt x="21600" y="11338"/>
                    </a:cubicBezTo>
                    <a:lnTo>
                      <a:pt x="21600" y="7538"/>
                    </a:lnTo>
                    <a:cubicBezTo>
                      <a:pt x="21600" y="2787"/>
                      <a:pt x="17219" y="0"/>
                      <a:pt x="11223" y="0"/>
                    </a:cubicBezTo>
                    <a:cubicBezTo>
                      <a:pt x="3920" y="0"/>
                      <a:pt x="0" y="5448"/>
                      <a:pt x="0" y="7728"/>
                    </a:cubicBezTo>
                    <a:lnTo>
                      <a:pt x="0" y="15329"/>
                    </a:lnTo>
                    <a:cubicBezTo>
                      <a:pt x="0" y="18496"/>
                      <a:pt x="4420" y="21600"/>
                      <a:pt x="9801" y="21600"/>
                    </a:cubicBezTo>
                    <a:cubicBezTo>
                      <a:pt x="14105" y="21600"/>
                      <a:pt x="18026" y="19763"/>
                      <a:pt x="20601" y="16152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1" name="Line">
                <a:extLst>
                  <a:ext uri="{FF2B5EF4-FFF2-40B4-BE49-F238E27FC236}">
                    <a16:creationId xmlns:a16="http://schemas.microsoft.com/office/drawing/2014/main" id="{90D968CC-7E88-FA05-8CB0-D11E294E2628}"/>
                  </a:ext>
                </a:extLst>
              </p:cNvPr>
              <p:cNvSpPr/>
              <p:nvPr/>
            </p:nvSpPr>
            <p:spPr>
              <a:xfrm>
                <a:off x="7474637" y="8620967"/>
                <a:ext cx="457046" cy="3753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1126" y="17554"/>
                      <a:pt x="1930" y="13312"/>
                      <a:pt x="1930" y="9201"/>
                    </a:cubicBezTo>
                    <a:cubicBezTo>
                      <a:pt x="1930" y="7831"/>
                      <a:pt x="1769" y="6852"/>
                      <a:pt x="1662" y="5286"/>
                    </a:cubicBezTo>
                    <a:lnTo>
                      <a:pt x="3484" y="5286"/>
                    </a:lnTo>
                    <a:cubicBezTo>
                      <a:pt x="14525" y="5286"/>
                      <a:pt x="19242" y="0"/>
                      <a:pt x="20046" y="0"/>
                    </a:cubicBezTo>
                    <a:cubicBezTo>
                      <a:pt x="20850" y="0"/>
                      <a:pt x="21600" y="522"/>
                      <a:pt x="21600" y="3589"/>
                    </a:cubicBezTo>
                    <a:cubicBezTo>
                      <a:pt x="21600" y="7309"/>
                      <a:pt x="20206" y="12268"/>
                      <a:pt x="15222" y="16184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2" name="Shape">
                <a:extLst>
                  <a:ext uri="{FF2B5EF4-FFF2-40B4-BE49-F238E27FC236}">
                    <a16:creationId xmlns:a16="http://schemas.microsoft.com/office/drawing/2014/main" id="{22CD062C-7119-9E30-BD44-545CC60417BD}"/>
                  </a:ext>
                </a:extLst>
              </p:cNvPr>
              <p:cNvSpPr/>
              <p:nvPr/>
            </p:nvSpPr>
            <p:spPr>
              <a:xfrm>
                <a:off x="6578694" y="5015643"/>
                <a:ext cx="2440645" cy="19347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0" h="21600" extrusionOk="0">
                    <a:moveTo>
                      <a:pt x="1674" y="13"/>
                    </a:moveTo>
                    <a:cubicBezTo>
                      <a:pt x="1965" y="2811"/>
                      <a:pt x="4941" y="1393"/>
                      <a:pt x="4941" y="4786"/>
                    </a:cubicBezTo>
                    <a:cubicBezTo>
                      <a:pt x="4941" y="5280"/>
                      <a:pt x="4841" y="6001"/>
                      <a:pt x="4841" y="6634"/>
                    </a:cubicBezTo>
                    <a:cubicBezTo>
                      <a:pt x="4841" y="7356"/>
                      <a:pt x="4891" y="7989"/>
                      <a:pt x="5332" y="7989"/>
                    </a:cubicBezTo>
                    <a:cubicBezTo>
                      <a:pt x="5773" y="7989"/>
                      <a:pt x="5884" y="7597"/>
                      <a:pt x="5884" y="7065"/>
                    </a:cubicBezTo>
                    <a:cubicBezTo>
                      <a:pt x="5884" y="6533"/>
                      <a:pt x="5773" y="5875"/>
                      <a:pt x="5773" y="5520"/>
                    </a:cubicBezTo>
                    <a:cubicBezTo>
                      <a:pt x="5773" y="4368"/>
                      <a:pt x="6425" y="4102"/>
                      <a:pt x="6816" y="4102"/>
                    </a:cubicBezTo>
                    <a:cubicBezTo>
                      <a:pt x="7808" y="4102"/>
                      <a:pt x="8570" y="5381"/>
                      <a:pt x="10053" y="5381"/>
                    </a:cubicBezTo>
                    <a:cubicBezTo>
                      <a:pt x="9712" y="7495"/>
                      <a:pt x="6265" y="6938"/>
                      <a:pt x="6275" y="9243"/>
                    </a:cubicBezTo>
                    <a:cubicBezTo>
                      <a:pt x="6275" y="10395"/>
                      <a:pt x="7187" y="10661"/>
                      <a:pt x="7788" y="10661"/>
                    </a:cubicBezTo>
                    <a:cubicBezTo>
                      <a:pt x="8339" y="10661"/>
                      <a:pt x="8520" y="10559"/>
                      <a:pt x="8520" y="9964"/>
                    </a:cubicBezTo>
                    <a:cubicBezTo>
                      <a:pt x="8520" y="9635"/>
                      <a:pt x="8470" y="9268"/>
                      <a:pt x="8470" y="9040"/>
                    </a:cubicBezTo>
                    <a:cubicBezTo>
                      <a:pt x="8470" y="8913"/>
                      <a:pt x="8550" y="8774"/>
                      <a:pt x="8680" y="8774"/>
                    </a:cubicBezTo>
                    <a:cubicBezTo>
                      <a:pt x="9251" y="8774"/>
                      <a:pt x="12068" y="11471"/>
                      <a:pt x="12068" y="12294"/>
                    </a:cubicBezTo>
                    <a:cubicBezTo>
                      <a:pt x="12068" y="13054"/>
                      <a:pt x="9101" y="13813"/>
                      <a:pt x="8239" y="13813"/>
                    </a:cubicBezTo>
                    <a:cubicBezTo>
                      <a:pt x="7978" y="13813"/>
                      <a:pt x="7928" y="13585"/>
                      <a:pt x="7928" y="13446"/>
                    </a:cubicBezTo>
                    <a:cubicBezTo>
                      <a:pt x="7928" y="13218"/>
                      <a:pt x="8369" y="12522"/>
                      <a:pt x="8369" y="12129"/>
                    </a:cubicBezTo>
                    <a:cubicBezTo>
                      <a:pt x="8369" y="11838"/>
                      <a:pt x="7978" y="11636"/>
                      <a:pt x="6936" y="11636"/>
                    </a:cubicBezTo>
                    <a:cubicBezTo>
                      <a:pt x="6445" y="11636"/>
                      <a:pt x="6074" y="11699"/>
                      <a:pt x="6074" y="12193"/>
                    </a:cubicBezTo>
                    <a:cubicBezTo>
                      <a:pt x="6074" y="13079"/>
                      <a:pt x="7227" y="14168"/>
                      <a:pt x="7227" y="14991"/>
                    </a:cubicBezTo>
                    <a:cubicBezTo>
                      <a:pt x="7227" y="15649"/>
                      <a:pt x="6916" y="16042"/>
                      <a:pt x="6074" y="16042"/>
                    </a:cubicBezTo>
                    <a:cubicBezTo>
                      <a:pt x="5372" y="16042"/>
                      <a:pt x="4300" y="15345"/>
                      <a:pt x="4300" y="14193"/>
                    </a:cubicBezTo>
                    <a:cubicBezTo>
                      <a:pt x="4300" y="13269"/>
                      <a:pt x="5052" y="12345"/>
                      <a:pt x="5052" y="11788"/>
                    </a:cubicBezTo>
                    <a:cubicBezTo>
                      <a:pt x="5052" y="11623"/>
                      <a:pt x="4951" y="11357"/>
                      <a:pt x="4641" y="11357"/>
                    </a:cubicBezTo>
                    <a:cubicBezTo>
                      <a:pt x="3679" y="11357"/>
                      <a:pt x="3418" y="14586"/>
                      <a:pt x="0" y="14953"/>
                    </a:cubicBezTo>
                    <a:cubicBezTo>
                      <a:pt x="551" y="14332"/>
                      <a:pt x="1012" y="13636"/>
                      <a:pt x="1012" y="12218"/>
                    </a:cubicBezTo>
                    <a:cubicBezTo>
                      <a:pt x="1012" y="11522"/>
                      <a:pt x="882" y="10965"/>
                      <a:pt x="882" y="10205"/>
                    </a:cubicBezTo>
                    <a:cubicBezTo>
                      <a:pt x="882" y="9217"/>
                      <a:pt x="1243" y="8724"/>
                      <a:pt x="1764" y="8724"/>
                    </a:cubicBezTo>
                    <a:cubicBezTo>
                      <a:pt x="2726" y="8724"/>
                      <a:pt x="3197" y="10433"/>
                      <a:pt x="3829" y="10433"/>
                    </a:cubicBezTo>
                    <a:cubicBezTo>
                      <a:pt x="4170" y="10433"/>
                      <a:pt x="4530" y="10040"/>
                      <a:pt x="4530" y="9445"/>
                    </a:cubicBezTo>
                    <a:cubicBezTo>
                      <a:pt x="4530" y="6938"/>
                      <a:pt x="722" y="7306"/>
                      <a:pt x="722" y="3786"/>
                    </a:cubicBezTo>
                    <a:cubicBezTo>
                      <a:pt x="722" y="2836"/>
                      <a:pt x="982" y="1646"/>
                      <a:pt x="1684" y="0"/>
                    </a:cubicBezTo>
                    <a:moveTo>
                      <a:pt x="14123" y="9648"/>
                    </a:moveTo>
                    <a:cubicBezTo>
                      <a:pt x="14123" y="10471"/>
                      <a:pt x="14333" y="11420"/>
                      <a:pt x="14985" y="11420"/>
                    </a:cubicBezTo>
                    <a:cubicBezTo>
                      <a:pt x="15536" y="11420"/>
                      <a:pt x="15997" y="10370"/>
                      <a:pt x="15997" y="9217"/>
                    </a:cubicBezTo>
                    <a:cubicBezTo>
                      <a:pt x="15997" y="7901"/>
                      <a:pt x="15817" y="6875"/>
                      <a:pt x="15817" y="6356"/>
                    </a:cubicBezTo>
                    <a:cubicBezTo>
                      <a:pt x="15817" y="6128"/>
                      <a:pt x="15897" y="6027"/>
                      <a:pt x="15997" y="6027"/>
                    </a:cubicBezTo>
                    <a:cubicBezTo>
                      <a:pt x="16388" y="6065"/>
                      <a:pt x="16759" y="7407"/>
                      <a:pt x="17170" y="7407"/>
                    </a:cubicBezTo>
                    <a:cubicBezTo>
                      <a:pt x="17641" y="7407"/>
                      <a:pt x="18342" y="6318"/>
                      <a:pt x="18623" y="6318"/>
                    </a:cubicBezTo>
                    <a:cubicBezTo>
                      <a:pt x="18703" y="6318"/>
                      <a:pt x="18723" y="6445"/>
                      <a:pt x="18723" y="6483"/>
                    </a:cubicBezTo>
                    <a:cubicBezTo>
                      <a:pt x="18723" y="6976"/>
                      <a:pt x="18122" y="8065"/>
                      <a:pt x="18122" y="8496"/>
                    </a:cubicBezTo>
                    <a:cubicBezTo>
                      <a:pt x="18122" y="8863"/>
                      <a:pt x="19635" y="8926"/>
                      <a:pt x="19635" y="9255"/>
                    </a:cubicBezTo>
                    <a:cubicBezTo>
                      <a:pt x="19635" y="9749"/>
                      <a:pt x="18052" y="9749"/>
                      <a:pt x="17290" y="10180"/>
                    </a:cubicBezTo>
                    <a:cubicBezTo>
                      <a:pt x="16558" y="10572"/>
                      <a:pt x="16117" y="11066"/>
                      <a:pt x="16117" y="11724"/>
                    </a:cubicBezTo>
                    <a:cubicBezTo>
                      <a:pt x="16117" y="12383"/>
                      <a:pt x="16639" y="12509"/>
                      <a:pt x="17370" y="12509"/>
                    </a:cubicBezTo>
                    <a:cubicBezTo>
                      <a:pt x="19114" y="12509"/>
                      <a:pt x="20337" y="11319"/>
                      <a:pt x="20728" y="11319"/>
                    </a:cubicBezTo>
                    <a:cubicBezTo>
                      <a:pt x="20808" y="11319"/>
                      <a:pt x="20858" y="11382"/>
                      <a:pt x="20858" y="11484"/>
                    </a:cubicBezTo>
                    <a:cubicBezTo>
                      <a:pt x="20858" y="11813"/>
                      <a:pt x="19976" y="12902"/>
                      <a:pt x="19976" y="13396"/>
                    </a:cubicBezTo>
                    <a:cubicBezTo>
                      <a:pt x="19976" y="13953"/>
                      <a:pt x="21600" y="14611"/>
                      <a:pt x="21570" y="14940"/>
                    </a:cubicBezTo>
                    <a:cubicBezTo>
                      <a:pt x="21540" y="15042"/>
                      <a:pt x="21440" y="15067"/>
                      <a:pt x="21259" y="15067"/>
                    </a:cubicBezTo>
                    <a:cubicBezTo>
                      <a:pt x="20969" y="15067"/>
                      <a:pt x="20528" y="14966"/>
                      <a:pt x="20187" y="14966"/>
                    </a:cubicBezTo>
                    <a:cubicBezTo>
                      <a:pt x="19976" y="14966"/>
                      <a:pt x="19796" y="15004"/>
                      <a:pt x="19716" y="15130"/>
                    </a:cubicBezTo>
                    <a:cubicBezTo>
                      <a:pt x="19535" y="15396"/>
                      <a:pt x="19766" y="17143"/>
                      <a:pt x="19405" y="17143"/>
                    </a:cubicBezTo>
                    <a:cubicBezTo>
                      <a:pt x="19064" y="17143"/>
                      <a:pt x="18172" y="13256"/>
                      <a:pt x="16167" y="13256"/>
                    </a:cubicBezTo>
                    <a:cubicBezTo>
                      <a:pt x="15877" y="13256"/>
                      <a:pt x="15676" y="13547"/>
                      <a:pt x="15676" y="14041"/>
                    </a:cubicBezTo>
                    <a:cubicBezTo>
                      <a:pt x="15676" y="15358"/>
                      <a:pt x="16699" y="16877"/>
                      <a:pt x="17661" y="17599"/>
                    </a:cubicBezTo>
                    <a:cubicBezTo>
                      <a:pt x="18102" y="17966"/>
                      <a:pt x="18834" y="18321"/>
                      <a:pt x="18834" y="18523"/>
                    </a:cubicBezTo>
                    <a:cubicBezTo>
                      <a:pt x="18834" y="18916"/>
                      <a:pt x="17170" y="18561"/>
                      <a:pt x="17170" y="19220"/>
                    </a:cubicBezTo>
                    <a:cubicBezTo>
                      <a:pt x="17170" y="19815"/>
                      <a:pt x="17380" y="20701"/>
                      <a:pt x="17380" y="21233"/>
                    </a:cubicBezTo>
                    <a:cubicBezTo>
                      <a:pt x="17380" y="21397"/>
                      <a:pt x="17350" y="21600"/>
                      <a:pt x="17200" y="21600"/>
                    </a:cubicBezTo>
                    <a:cubicBezTo>
                      <a:pt x="16889" y="21600"/>
                      <a:pt x="16127" y="19789"/>
                      <a:pt x="15766" y="19789"/>
                    </a:cubicBezTo>
                    <a:cubicBezTo>
                      <a:pt x="15456" y="19789"/>
                      <a:pt x="14774" y="20878"/>
                      <a:pt x="14484" y="20878"/>
                    </a:cubicBezTo>
                    <a:cubicBezTo>
                      <a:pt x="14403" y="20878"/>
                      <a:pt x="14353" y="20777"/>
                      <a:pt x="14353" y="20688"/>
                    </a:cubicBezTo>
                    <a:cubicBezTo>
                      <a:pt x="14353" y="19929"/>
                      <a:pt x="15315" y="18219"/>
                      <a:pt x="15315" y="16536"/>
                    </a:cubicBezTo>
                    <a:cubicBezTo>
                      <a:pt x="15315" y="15751"/>
                      <a:pt x="15235" y="14029"/>
                      <a:pt x="14474" y="14029"/>
                    </a:cubicBezTo>
                    <a:cubicBezTo>
                      <a:pt x="13852" y="14029"/>
                      <a:pt x="13140" y="15282"/>
                      <a:pt x="12830" y="16536"/>
                    </a:cubicBezTo>
                    <a:cubicBezTo>
                      <a:pt x="12649" y="17257"/>
                      <a:pt x="12780" y="20055"/>
                      <a:pt x="12359" y="20055"/>
                    </a:cubicBezTo>
                    <a:cubicBezTo>
                      <a:pt x="11968" y="20055"/>
                      <a:pt x="12068" y="18181"/>
                      <a:pt x="11547" y="18181"/>
                    </a:cubicBezTo>
                    <a:cubicBezTo>
                      <a:pt x="11166" y="18181"/>
                      <a:pt x="10324" y="19068"/>
                      <a:pt x="10043" y="19068"/>
                    </a:cubicBezTo>
                    <a:cubicBezTo>
                      <a:pt x="9993" y="19068"/>
                      <a:pt x="9943" y="19030"/>
                      <a:pt x="9943" y="18966"/>
                    </a:cubicBezTo>
                    <a:cubicBezTo>
                      <a:pt x="9943" y="18574"/>
                      <a:pt x="10695" y="17283"/>
                      <a:pt x="10695" y="17017"/>
                    </a:cubicBezTo>
                    <a:cubicBezTo>
                      <a:pt x="10695" y="16523"/>
                      <a:pt x="8971" y="16460"/>
                      <a:pt x="8971" y="16067"/>
                    </a:cubicBezTo>
                    <a:cubicBezTo>
                      <a:pt x="8971" y="15839"/>
                      <a:pt x="9652" y="15675"/>
                      <a:pt x="10274" y="15535"/>
                    </a:cubicBezTo>
                    <a:cubicBezTo>
                      <a:pt x="11597" y="15231"/>
                      <a:pt x="13551" y="14016"/>
                      <a:pt x="13551" y="12307"/>
                    </a:cubicBezTo>
                    <a:cubicBezTo>
                      <a:pt x="13551" y="10395"/>
                      <a:pt x="12088" y="9572"/>
                      <a:pt x="11126" y="8787"/>
                    </a:cubicBezTo>
                    <a:cubicBezTo>
                      <a:pt x="10625" y="8394"/>
                      <a:pt x="10083" y="8065"/>
                      <a:pt x="10083" y="7799"/>
                    </a:cubicBezTo>
                    <a:cubicBezTo>
                      <a:pt x="10083" y="7533"/>
                      <a:pt x="10715" y="7533"/>
                      <a:pt x="10975" y="7533"/>
                    </a:cubicBezTo>
                    <a:cubicBezTo>
                      <a:pt x="11366" y="7533"/>
                      <a:pt x="11757" y="7495"/>
                      <a:pt x="11757" y="7103"/>
                    </a:cubicBezTo>
                    <a:cubicBezTo>
                      <a:pt x="11757" y="6799"/>
                      <a:pt x="11707" y="6217"/>
                      <a:pt x="11707" y="5748"/>
                    </a:cubicBezTo>
                    <a:cubicBezTo>
                      <a:pt x="11707" y="5419"/>
                      <a:pt x="11737" y="5153"/>
                      <a:pt x="11837" y="5153"/>
                    </a:cubicBezTo>
                    <a:cubicBezTo>
                      <a:pt x="12228" y="5153"/>
                      <a:pt x="12780" y="6761"/>
                      <a:pt x="13040" y="6761"/>
                    </a:cubicBezTo>
                    <a:cubicBezTo>
                      <a:pt x="13461" y="6761"/>
                      <a:pt x="14032" y="5444"/>
                      <a:pt x="14423" y="5444"/>
                    </a:cubicBezTo>
                    <a:cubicBezTo>
                      <a:pt x="14554" y="5444"/>
                      <a:pt x="14604" y="5546"/>
                      <a:pt x="14604" y="5837"/>
                    </a:cubicBezTo>
                    <a:cubicBezTo>
                      <a:pt x="14604" y="7052"/>
                      <a:pt x="14113" y="8432"/>
                      <a:pt x="14113" y="9623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3" name="Shape">
                <a:extLst>
                  <a:ext uri="{FF2B5EF4-FFF2-40B4-BE49-F238E27FC236}">
                    <a16:creationId xmlns:a16="http://schemas.microsoft.com/office/drawing/2014/main" id="{D370D6C7-F9AC-E290-785D-E968E9CE50D8}"/>
                  </a:ext>
                </a:extLst>
              </p:cNvPr>
              <p:cNvSpPr/>
              <p:nvPr/>
            </p:nvSpPr>
            <p:spPr>
              <a:xfrm>
                <a:off x="5949264" y="6477506"/>
                <a:ext cx="1634248" cy="17113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977" y="2791"/>
                    </a:moveTo>
                    <a:cubicBezTo>
                      <a:pt x="13775" y="3020"/>
                      <a:pt x="14210" y="3607"/>
                      <a:pt x="14210" y="4094"/>
                    </a:cubicBezTo>
                    <a:cubicBezTo>
                      <a:pt x="14210" y="4910"/>
                      <a:pt x="13431" y="5167"/>
                      <a:pt x="12681" y="5167"/>
                    </a:cubicBezTo>
                    <a:cubicBezTo>
                      <a:pt x="12142" y="5167"/>
                      <a:pt x="11512" y="5053"/>
                      <a:pt x="10852" y="5053"/>
                    </a:cubicBezTo>
                    <a:cubicBezTo>
                      <a:pt x="9998" y="5053"/>
                      <a:pt x="9144" y="5239"/>
                      <a:pt x="8439" y="6026"/>
                    </a:cubicBezTo>
                    <a:cubicBezTo>
                      <a:pt x="8949" y="6098"/>
                      <a:pt x="9683" y="6441"/>
                      <a:pt x="9683" y="7186"/>
                    </a:cubicBezTo>
                    <a:cubicBezTo>
                      <a:pt x="9683" y="9347"/>
                      <a:pt x="3403" y="7558"/>
                      <a:pt x="3403" y="13112"/>
                    </a:cubicBezTo>
                    <a:cubicBezTo>
                      <a:pt x="3403" y="16046"/>
                      <a:pt x="6610" y="19252"/>
                      <a:pt x="11437" y="19252"/>
                    </a:cubicBezTo>
                    <a:cubicBezTo>
                      <a:pt x="13940" y="19252"/>
                      <a:pt x="15529" y="18465"/>
                      <a:pt x="15529" y="17578"/>
                    </a:cubicBezTo>
                    <a:cubicBezTo>
                      <a:pt x="15529" y="16876"/>
                      <a:pt x="14195" y="17349"/>
                      <a:pt x="14195" y="16762"/>
                    </a:cubicBezTo>
                    <a:cubicBezTo>
                      <a:pt x="14195" y="16504"/>
                      <a:pt x="14660" y="16017"/>
                      <a:pt x="14660" y="15602"/>
                    </a:cubicBezTo>
                    <a:cubicBezTo>
                      <a:pt x="14660" y="15416"/>
                      <a:pt x="14510" y="15087"/>
                      <a:pt x="14195" y="15087"/>
                    </a:cubicBezTo>
                    <a:cubicBezTo>
                      <a:pt x="13491" y="15087"/>
                      <a:pt x="12172" y="16161"/>
                      <a:pt x="9473" y="16175"/>
                    </a:cubicBezTo>
                    <a:cubicBezTo>
                      <a:pt x="7360" y="16175"/>
                      <a:pt x="5291" y="15030"/>
                      <a:pt x="5291" y="13455"/>
                    </a:cubicBezTo>
                    <a:cubicBezTo>
                      <a:pt x="5291" y="13126"/>
                      <a:pt x="5441" y="12940"/>
                      <a:pt x="5681" y="12926"/>
                    </a:cubicBezTo>
                    <a:cubicBezTo>
                      <a:pt x="5921" y="12926"/>
                      <a:pt x="6221" y="13069"/>
                      <a:pt x="6505" y="13069"/>
                    </a:cubicBezTo>
                    <a:cubicBezTo>
                      <a:pt x="6745" y="13069"/>
                      <a:pt x="6775" y="12911"/>
                      <a:pt x="6775" y="12511"/>
                    </a:cubicBezTo>
                    <a:cubicBezTo>
                      <a:pt x="6775" y="12095"/>
                      <a:pt x="6775" y="10950"/>
                      <a:pt x="7510" y="10950"/>
                    </a:cubicBezTo>
                    <a:cubicBezTo>
                      <a:pt x="8244" y="10950"/>
                      <a:pt x="9653" y="13555"/>
                      <a:pt x="15050" y="13555"/>
                    </a:cubicBezTo>
                    <a:cubicBezTo>
                      <a:pt x="16833" y="13555"/>
                      <a:pt x="20311" y="13212"/>
                      <a:pt x="21600" y="12095"/>
                    </a:cubicBezTo>
                    <a:cubicBezTo>
                      <a:pt x="21570" y="16189"/>
                      <a:pt x="18212" y="21600"/>
                      <a:pt x="11197" y="21600"/>
                    </a:cubicBezTo>
                    <a:cubicBezTo>
                      <a:pt x="3897" y="21600"/>
                      <a:pt x="0" y="16017"/>
                      <a:pt x="0" y="10879"/>
                    </a:cubicBezTo>
                    <a:cubicBezTo>
                      <a:pt x="0" y="5182"/>
                      <a:pt x="4857" y="0"/>
                      <a:pt x="11542" y="0"/>
                    </a:cubicBezTo>
                    <a:cubicBezTo>
                      <a:pt x="13251" y="0"/>
                      <a:pt x="14705" y="558"/>
                      <a:pt x="14705" y="1260"/>
                    </a:cubicBezTo>
                    <a:cubicBezTo>
                      <a:pt x="14705" y="2233"/>
                      <a:pt x="12172" y="1632"/>
                      <a:pt x="11977" y="2791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4" name="Line">
                <a:extLst>
                  <a:ext uri="{FF2B5EF4-FFF2-40B4-BE49-F238E27FC236}">
                    <a16:creationId xmlns:a16="http://schemas.microsoft.com/office/drawing/2014/main" id="{5F382367-F3BB-FE4E-D4F0-0668FD899592}"/>
                  </a:ext>
                </a:extLst>
              </p:cNvPr>
              <p:cNvSpPr/>
              <p:nvPr/>
            </p:nvSpPr>
            <p:spPr>
              <a:xfrm>
                <a:off x="7735482" y="6854029"/>
                <a:ext cx="390133" cy="5160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44" y="0"/>
                    </a:moveTo>
                    <a:cubicBezTo>
                      <a:pt x="2574" y="1329"/>
                      <a:pt x="3077" y="2706"/>
                      <a:pt x="3077" y="3940"/>
                    </a:cubicBezTo>
                    <a:cubicBezTo>
                      <a:pt x="3077" y="7406"/>
                      <a:pt x="0" y="10634"/>
                      <a:pt x="0" y="14194"/>
                    </a:cubicBezTo>
                    <a:cubicBezTo>
                      <a:pt x="0" y="18277"/>
                      <a:pt x="4081" y="21600"/>
                      <a:pt x="10298" y="21600"/>
                    </a:cubicBezTo>
                    <a:cubicBezTo>
                      <a:pt x="17016" y="21600"/>
                      <a:pt x="21600" y="17517"/>
                      <a:pt x="21600" y="12723"/>
                    </a:cubicBezTo>
                    <a:cubicBezTo>
                      <a:pt x="21600" y="6171"/>
                      <a:pt x="13751" y="617"/>
                      <a:pt x="1507" y="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5" name="Line">
                <a:extLst>
                  <a:ext uri="{FF2B5EF4-FFF2-40B4-BE49-F238E27FC236}">
                    <a16:creationId xmlns:a16="http://schemas.microsoft.com/office/drawing/2014/main" id="{3B5CF32A-B747-B877-BC9F-2D8B5BF0E1D7}"/>
                  </a:ext>
                </a:extLst>
              </p:cNvPr>
              <p:cNvSpPr/>
              <p:nvPr/>
            </p:nvSpPr>
            <p:spPr>
              <a:xfrm>
                <a:off x="6783966" y="7044559"/>
                <a:ext cx="286947" cy="3629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16" h="21600" extrusionOk="0">
                    <a:moveTo>
                      <a:pt x="85" y="0"/>
                    </a:moveTo>
                    <a:cubicBezTo>
                      <a:pt x="2296" y="1755"/>
                      <a:pt x="2976" y="3510"/>
                      <a:pt x="2976" y="5265"/>
                    </a:cubicBezTo>
                    <a:cubicBezTo>
                      <a:pt x="2976" y="7898"/>
                      <a:pt x="1446" y="10732"/>
                      <a:pt x="1446" y="13702"/>
                    </a:cubicBezTo>
                    <a:cubicBezTo>
                      <a:pt x="1446" y="17888"/>
                      <a:pt x="5443" y="21600"/>
                      <a:pt x="11140" y="21600"/>
                    </a:cubicBezTo>
                    <a:cubicBezTo>
                      <a:pt x="17348" y="21600"/>
                      <a:pt x="21600" y="17752"/>
                      <a:pt x="21515" y="13162"/>
                    </a:cubicBezTo>
                    <a:cubicBezTo>
                      <a:pt x="21515" y="6480"/>
                      <a:pt x="12841" y="0"/>
                      <a:pt x="0" y="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6" name="Line">
                <a:extLst>
                  <a:ext uri="{FF2B5EF4-FFF2-40B4-BE49-F238E27FC236}">
                    <a16:creationId xmlns:a16="http://schemas.microsoft.com/office/drawing/2014/main" id="{FDC6F328-A592-DC86-2475-19B026D392CB}"/>
                  </a:ext>
                </a:extLst>
              </p:cNvPr>
              <p:cNvSpPr/>
              <p:nvPr/>
            </p:nvSpPr>
            <p:spPr>
              <a:xfrm>
                <a:off x="7136674" y="6541016"/>
                <a:ext cx="519421" cy="8006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98" y="31"/>
                    </a:moveTo>
                    <a:cubicBezTo>
                      <a:pt x="14573" y="1622"/>
                      <a:pt x="21600" y="7893"/>
                      <a:pt x="21600" y="13798"/>
                    </a:cubicBezTo>
                    <a:cubicBezTo>
                      <a:pt x="21600" y="17867"/>
                      <a:pt x="17686" y="21600"/>
                      <a:pt x="10800" y="21600"/>
                    </a:cubicBezTo>
                    <a:cubicBezTo>
                      <a:pt x="4528" y="21600"/>
                      <a:pt x="0" y="18816"/>
                      <a:pt x="0" y="14349"/>
                    </a:cubicBezTo>
                    <a:cubicBezTo>
                      <a:pt x="0" y="11014"/>
                      <a:pt x="4009" y="7496"/>
                      <a:pt x="4009" y="4069"/>
                    </a:cubicBezTo>
                    <a:cubicBezTo>
                      <a:pt x="4009" y="2723"/>
                      <a:pt x="3396" y="1377"/>
                      <a:pt x="1698" y="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7" name="Shape">
                <a:extLst>
                  <a:ext uri="{FF2B5EF4-FFF2-40B4-BE49-F238E27FC236}">
                    <a16:creationId xmlns:a16="http://schemas.microsoft.com/office/drawing/2014/main" id="{DD5EAEBE-5337-87FC-607A-787D3892A508}"/>
                  </a:ext>
                </a:extLst>
              </p:cNvPr>
              <p:cNvSpPr/>
              <p:nvPr/>
            </p:nvSpPr>
            <p:spPr>
              <a:xfrm>
                <a:off x="7330606" y="6772374"/>
                <a:ext cx="148569" cy="2358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4850"/>
                    </a:moveTo>
                    <a:cubicBezTo>
                      <a:pt x="0" y="18588"/>
                      <a:pt x="4287" y="21600"/>
                      <a:pt x="10388" y="21600"/>
                    </a:cubicBezTo>
                    <a:cubicBezTo>
                      <a:pt x="17313" y="21600"/>
                      <a:pt x="21600" y="17862"/>
                      <a:pt x="21600" y="13500"/>
                    </a:cubicBezTo>
                    <a:cubicBezTo>
                      <a:pt x="21600" y="7788"/>
                      <a:pt x="13356" y="0"/>
                      <a:pt x="5606" y="0"/>
                    </a:cubicBezTo>
                    <a:cubicBezTo>
                      <a:pt x="2144" y="0"/>
                      <a:pt x="3463" y="3219"/>
                      <a:pt x="2638" y="6750"/>
                    </a:cubicBezTo>
                    <a:cubicBezTo>
                      <a:pt x="2144" y="9450"/>
                      <a:pt x="0" y="12669"/>
                      <a:pt x="0" y="1485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8" name="Shape">
                <a:extLst>
                  <a:ext uri="{FF2B5EF4-FFF2-40B4-BE49-F238E27FC236}">
                    <a16:creationId xmlns:a16="http://schemas.microsoft.com/office/drawing/2014/main" id="{1FB5680F-7486-072E-9FE8-AD2BBB0AB43F}"/>
                  </a:ext>
                </a:extLst>
              </p:cNvPr>
              <p:cNvSpPr/>
              <p:nvPr/>
            </p:nvSpPr>
            <p:spPr>
              <a:xfrm>
                <a:off x="3582384" y="3084259"/>
                <a:ext cx="1644455" cy="1171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420" y="15055"/>
                    </a:moveTo>
                    <a:cubicBezTo>
                      <a:pt x="7731" y="15055"/>
                      <a:pt x="9236" y="5039"/>
                      <a:pt x="9236" y="3346"/>
                    </a:cubicBezTo>
                    <a:cubicBezTo>
                      <a:pt x="9236" y="2906"/>
                      <a:pt x="9117" y="2593"/>
                      <a:pt x="8849" y="2593"/>
                    </a:cubicBezTo>
                    <a:cubicBezTo>
                      <a:pt x="7642" y="2593"/>
                      <a:pt x="5988" y="12128"/>
                      <a:pt x="5988" y="14240"/>
                    </a:cubicBezTo>
                    <a:cubicBezTo>
                      <a:pt x="5988" y="14616"/>
                      <a:pt x="6063" y="15055"/>
                      <a:pt x="6420" y="15055"/>
                    </a:cubicBezTo>
                    <a:moveTo>
                      <a:pt x="15910" y="18045"/>
                    </a:moveTo>
                    <a:cubicBezTo>
                      <a:pt x="16878" y="18045"/>
                      <a:pt x="17965" y="12818"/>
                      <a:pt x="17950" y="9556"/>
                    </a:cubicBezTo>
                    <a:cubicBezTo>
                      <a:pt x="17950" y="8845"/>
                      <a:pt x="17876" y="8092"/>
                      <a:pt x="17638" y="8092"/>
                    </a:cubicBezTo>
                    <a:cubicBezTo>
                      <a:pt x="16818" y="8092"/>
                      <a:pt x="15478" y="13487"/>
                      <a:pt x="15478" y="16414"/>
                    </a:cubicBezTo>
                    <a:cubicBezTo>
                      <a:pt x="15478" y="17564"/>
                      <a:pt x="15671" y="18045"/>
                      <a:pt x="15910" y="18045"/>
                    </a:cubicBezTo>
                    <a:moveTo>
                      <a:pt x="9593" y="13194"/>
                    </a:moveTo>
                    <a:cubicBezTo>
                      <a:pt x="10025" y="13194"/>
                      <a:pt x="10562" y="12546"/>
                      <a:pt x="11575" y="10957"/>
                    </a:cubicBezTo>
                    <a:cubicBezTo>
                      <a:pt x="11649" y="10246"/>
                      <a:pt x="11649" y="9598"/>
                      <a:pt x="11649" y="8782"/>
                    </a:cubicBezTo>
                    <a:cubicBezTo>
                      <a:pt x="11649" y="7695"/>
                      <a:pt x="11336" y="6503"/>
                      <a:pt x="10874" y="6503"/>
                    </a:cubicBezTo>
                    <a:cubicBezTo>
                      <a:pt x="9713" y="6503"/>
                      <a:pt x="9132" y="10852"/>
                      <a:pt x="9132" y="12002"/>
                    </a:cubicBezTo>
                    <a:cubicBezTo>
                      <a:pt x="9132" y="12651"/>
                      <a:pt x="9370" y="13194"/>
                      <a:pt x="9593" y="13194"/>
                    </a:cubicBezTo>
                    <a:moveTo>
                      <a:pt x="14897" y="10978"/>
                    </a:moveTo>
                    <a:cubicBezTo>
                      <a:pt x="14897" y="10058"/>
                      <a:pt x="14733" y="9828"/>
                      <a:pt x="14584" y="9828"/>
                    </a:cubicBezTo>
                    <a:cubicBezTo>
                      <a:pt x="14196" y="9828"/>
                      <a:pt x="13764" y="10476"/>
                      <a:pt x="13154" y="11961"/>
                    </a:cubicBezTo>
                    <a:cubicBezTo>
                      <a:pt x="13228" y="13926"/>
                      <a:pt x="13466" y="14783"/>
                      <a:pt x="13854" y="14783"/>
                    </a:cubicBezTo>
                    <a:cubicBezTo>
                      <a:pt x="14286" y="14783"/>
                      <a:pt x="14897" y="12881"/>
                      <a:pt x="14897" y="10978"/>
                    </a:cubicBezTo>
                    <a:moveTo>
                      <a:pt x="17876" y="4537"/>
                    </a:moveTo>
                    <a:cubicBezTo>
                      <a:pt x="20438" y="4537"/>
                      <a:pt x="21600" y="7632"/>
                      <a:pt x="21600" y="11124"/>
                    </a:cubicBezTo>
                    <a:cubicBezTo>
                      <a:pt x="21600" y="12651"/>
                      <a:pt x="21287" y="14888"/>
                      <a:pt x="20796" y="14888"/>
                    </a:cubicBezTo>
                    <a:cubicBezTo>
                      <a:pt x="20289" y="14888"/>
                      <a:pt x="20364" y="13633"/>
                      <a:pt x="20289" y="12483"/>
                    </a:cubicBezTo>
                    <a:cubicBezTo>
                      <a:pt x="20215" y="11020"/>
                      <a:pt x="20021" y="10685"/>
                      <a:pt x="19663" y="10685"/>
                    </a:cubicBezTo>
                    <a:cubicBezTo>
                      <a:pt x="19008" y="10685"/>
                      <a:pt x="18576" y="12860"/>
                      <a:pt x="18576" y="14867"/>
                    </a:cubicBezTo>
                    <a:cubicBezTo>
                      <a:pt x="18576" y="16122"/>
                      <a:pt x="18725" y="17523"/>
                      <a:pt x="19425" y="17523"/>
                    </a:cubicBezTo>
                    <a:cubicBezTo>
                      <a:pt x="19812" y="17523"/>
                      <a:pt x="20155" y="17251"/>
                      <a:pt x="20393" y="16916"/>
                    </a:cubicBezTo>
                    <a:cubicBezTo>
                      <a:pt x="20244" y="19425"/>
                      <a:pt x="18919" y="21600"/>
                      <a:pt x="17057" y="21600"/>
                    </a:cubicBezTo>
                    <a:cubicBezTo>
                      <a:pt x="13645" y="21600"/>
                      <a:pt x="12364" y="15996"/>
                      <a:pt x="11977" y="12734"/>
                    </a:cubicBezTo>
                    <a:cubicBezTo>
                      <a:pt x="9921" y="15787"/>
                      <a:pt x="8029" y="18024"/>
                      <a:pt x="4618" y="18024"/>
                    </a:cubicBezTo>
                    <a:cubicBezTo>
                      <a:pt x="1445" y="18024"/>
                      <a:pt x="0" y="14762"/>
                      <a:pt x="0" y="11668"/>
                    </a:cubicBezTo>
                    <a:cubicBezTo>
                      <a:pt x="0" y="10748"/>
                      <a:pt x="223" y="8343"/>
                      <a:pt x="1043" y="8343"/>
                    </a:cubicBezTo>
                    <a:cubicBezTo>
                      <a:pt x="2011" y="8343"/>
                      <a:pt x="1162" y="12797"/>
                      <a:pt x="3054" y="12797"/>
                    </a:cubicBezTo>
                    <a:cubicBezTo>
                      <a:pt x="3516" y="12797"/>
                      <a:pt x="4365" y="12253"/>
                      <a:pt x="4841" y="10455"/>
                    </a:cubicBezTo>
                    <a:cubicBezTo>
                      <a:pt x="5110" y="9368"/>
                      <a:pt x="5273" y="8218"/>
                      <a:pt x="5273" y="7235"/>
                    </a:cubicBezTo>
                    <a:cubicBezTo>
                      <a:pt x="5273" y="5771"/>
                      <a:pt x="5035" y="4851"/>
                      <a:pt x="4260" y="4851"/>
                    </a:cubicBezTo>
                    <a:cubicBezTo>
                      <a:pt x="3605" y="4851"/>
                      <a:pt x="2786" y="5562"/>
                      <a:pt x="2518" y="5938"/>
                    </a:cubicBezTo>
                    <a:cubicBezTo>
                      <a:pt x="3441" y="2028"/>
                      <a:pt x="5690" y="0"/>
                      <a:pt x="8178" y="0"/>
                    </a:cubicBezTo>
                    <a:cubicBezTo>
                      <a:pt x="11247" y="0"/>
                      <a:pt x="12871" y="3806"/>
                      <a:pt x="12871" y="8050"/>
                    </a:cubicBezTo>
                    <a:cubicBezTo>
                      <a:pt x="12871" y="8657"/>
                      <a:pt x="12826" y="9305"/>
                      <a:pt x="12751" y="9890"/>
                    </a:cubicBezTo>
                    <a:cubicBezTo>
                      <a:pt x="14062" y="6838"/>
                      <a:pt x="15895" y="4496"/>
                      <a:pt x="17861" y="4496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9" name="Line">
                <a:extLst>
                  <a:ext uri="{FF2B5EF4-FFF2-40B4-BE49-F238E27FC236}">
                    <a16:creationId xmlns:a16="http://schemas.microsoft.com/office/drawing/2014/main" id="{F1401563-135E-64AC-9386-CBC272926490}"/>
                  </a:ext>
                </a:extLst>
              </p:cNvPr>
              <p:cNvSpPr/>
              <p:nvPr/>
            </p:nvSpPr>
            <p:spPr>
              <a:xfrm>
                <a:off x="3485985" y="4125369"/>
                <a:ext cx="1661467" cy="19926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780" y="0"/>
                    </a:moveTo>
                    <a:cubicBezTo>
                      <a:pt x="10129" y="0"/>
                      <a:pt x="10055" y="1672"/>
                      <a:pt x="10055" y="5028"/>
                    </a:cubicBezTo>
                    <a:cubicBezTo>
                      <a:pt x="8832" y="2828"/>
                      <a:pt x="6797" y="455"/>
                      <a:pt x="4408" y="455"/>
                    </a:cubicBezTo>
                    <a:cubicBezTo>
                      <a:pt x="2801" y="455"/>
                      <a:pt x="2182" y="1352"/>
                      <a:pt x="2182" y="2914"/>
                    </a:cubicBezTo>
                    <a:cubicBezTo>
                      <a:pt x="2182" y="3233"/>
                      <a:pt x="2226" y="3713"/>
                      <a:pt x="2300" y="3995"/>
                    </a:cubicBezTo>
                    <a:cubicBezTo>
                      <a:pt x="2492" y="3455"/>
                      <a:pt x="3111" y="3233"/>
                      <a:pt x="3878" y="3233"/>
                    </a:cubicBezTo>
                    <a:cubicBezTo>
                      <a:pt x="5529" y="3233"/>
                      <a:pt x="7519" y="4290"/>
                      <a:pt x="8832" y="5729"/>
                    </a:cubicBezTo>
                    <a:cubicBezTo>
                      <a:pt x="7343" y="5508"/>
                      <a:pt x="5883" y="5286"/>
                      <a:pt x="4644" y="5286"/>
                    </a:cubicBezTo>
                    <a:cubicBezTo>
                      <a:pt x="3878" y="5286"/>
                      <a:pt x="3185" y="5348"/>
                      <a:pt x="2610" y="5581"/>
                    </a:cubicBezTo>
                    <a:cubicBezTo>
                      <a:pt x="1504" y="5999"/>
                      <a:pt x="0" y="7376"/>
                      <a:pt x="0" y="9454"/>
                    </a:cubicBezTo>
                    <a:cubicBezTo>
                      <a:pt x="0" y="9773"/>
                      <a:pt x="44" y="10130"/>
                      <a:pt x="118" y="10511"/>
                    </a:cubicBezTo>
                    <a:cubicBezTo>
                      <a:pt x="1460" y="8015"/>
                      <a:pt x="5028" y="6897"/>
                      <a:pt x="7328" y="6897"/>
                    </a:cubicBezTo>
                    <a:cubicBezTo>
                      <a:pt x="7785" y="6897"/>
                      <a:pt x="8139" y="6934"/>
                      <a:pt x="8404" y="6958"/>
                    </a:cubicBezTo>
                    <a:cubicBezTo>
                      <a:pt x="7210" y="7856"/>
                      <a:pt x="6944" y="9417"/>
                      <a:pt x="6871" y="10474"/>
                    </a:cubicBezTo>
                    <a:cubicBezTo>
                      <a:pt x="6826" y="10991"/>
                      <a:pt x="6605" y="11015"/>
                      <a:pt x="6178" y="11015"/>
                    </a:cubicBezTo>
                    <a:cubicBezTo>
                      <a:pt x="6178" y="12072"/>
                      <a:pt x="7180" y="13634"/>
                      <a:pt x="7180" y="14433"/>
                    </a:cubicBezTo>
                    <a:cubicBezTo>
                      <a:pt x="7180" y="14716"/>
                      <a:pt x="6989" y="14974"/>
                      <a:pt x="6797" y="15047"/>
                    </a:cubicBezTo>
                    <a:cubicBezTo>
                      <a:pt x="6797" y="16449"/>
                      <a:pt x="8493" y="17482"/>
                      <a:pt x="8493" y="18367"/>
                    </a:cubicBezTo>
                    <a:cubicBezTo>
                      <a:pt x="8493" y="18588"/>
                      <a:pt x="8419" y="18785"/>
                      <a:pt x="8301" y="18883"/>
                    </a:cubicBezTo>
                    <a:cubicBezTo>
                      <a:pt x="8419" y="19461"/>
                      <a:pt x="10277" y="20432"/>
                      <a:pt x="10512" y="20912"/>
                    </a:cubicBezTo>
                    <a:cubicBezTo>
                      <a:pt x="10807" y="21502"/>
                      <a:pt x="11146" y="21600"/>
                      <a:pt x="11338" y="21600"/>
                    </a:cubicBezTo>
                    <a:cubicBezTo>
                      <a:pt x="11987" y="21600"/>
                      <a:pt x="13019" y="20961"/>
                      <a:pt x="13019" y="20383"/>
                    </a:cubicBezTo>
                    <a:cubicBezTo>
                      <a:pt x="13019" y="20186"/>
                      <a:pt x="12827" y="19965"/>
                      <a:pt x="12680" y="19867"/>
                    </a:cubicBezTo>
                    <a:cubicBezTo>
                      <a:pt x="11943" y="19424"/>
                      <a:pt x="11559" y="18465"/>
                      <a:pt x="11250" y="17826"/>
                    </a:cubicBezTo>
                    <a:cubicBezTo>
                      <a:pt x="10984" y="17826"/>
                      <a:pt x="10630" y="17727"/>
                      <a:pt x="10512" y="17359"/>
                    </a:cubicBezTo>
                    <a:cubicBezTo>
                      <a:pt x="10306" y="16695"/>
                      <a:pt x="10291" y="15465"/>
                      <a:pt x="9982" y="14728"/>
                    </a:cubicBezTo>
                    <a:cubicBezTo>
                      <a:pt x="9480" y="14629"/>
                      <a:pt x="9245" y="14470"/>
                      <a:pt x="9245" y="13609"/>
                    </a:cubicBezTo>
                    <a:cubicBezTo>
                      <a:pt x="9245" y="13191"/>
                      <a:pt x="9554" y="11556"/>
                      <a:pt x="9554" y="10991"/>
                    </a:cubicBezTo>
                    <a:cubicBezTo>
                      <a:pt x="9318" y="10991"/>
                      <a:pt x="9023" y="10868"/>
                      <a:pt x="9023" y="10474"/>
                    </a:cubicBezTo>
                    <a:cubicBezTo>
                      <a:pt x="9023" y="9454"/>
                      <a:pt x="10247" y="8655"/>
                      <a:pt x="10586" y="7339"/>
                    </a:cubicBezTo>
                    <a:cubicBezTo>
                      <a:pt x="12783" y="8679"/>
                      <a:pt x="13314" y="10056"/>
                      <a:pt x="13314" y="11273"/>
                    </a:cubicBezTo>
                    <a:cubicBezTo>
                      <a:pt x="13314" y="11913"/>
                      <a:pt x="13196" y="12515"/>
                      <a:pt x="13048" y="13093"/>
                    </a:cubicBezTo>
                    <a:cubicBezTo>
                      <a:pt x="14656" y="12417"/>
                      <a:pt x="17074" y="11421"/>
                      <a:pt x="17074" y="9405"/>
                    </a:cubicBezTo>
                    <a:cubicBezTo>
                      <a:pt x="17074" y="8224"/>
                      <a:pt x="16425" y="6909"/>
                      <a:pt x="12075" y="6405"/>
                    </a:cubicBezTo>
                    <a:cubicBezTo>
                      <a:pt x="13417" y="5987"/>
                      <a:pt x="15113" y="5766"/>
                      <a:pt x="16528" y="5766"/>
                    </a:cubicBezTo>
                    <a:cubicBezTo>
                      <a:pt x="18976" y="5766"/>
                      <a:pt x="20406" y="6405"/>
                      <a:pt x="20715" y="7843"/>
                    </a:cubicBezTo>
                    <a:cubicBezTo>
                      <a:pt x="21217" y="7204"/>
                      <a:pt x="21600" y="6466"/>
                      <a:pt x="21600" y="5803"/>
                    </a:cubicBezTo>
                    <a:cubicBezTo>
                      <a:pt x="21600" y="4229"/>
                      <a:pt x="20022" y="3209"/>
                      <a:pt x="18032" y="3209"/>
                    </a:cubicBezTo>
                    <a:cubicBezTo>
                      <a:pt x="15688" y="3209"/>
                      <a:pt x="13623" y="4229"/>
                      <a:pt x="11397" y="5483"/>
                    </a:cubicBezTo>
                    <a:cubicBezTo>
                      <a:pt x="12400" y="3750"/>
                      <a:pt x="13078" y="2729"/>
                      <a:pt x="14316" y="2729"/>
                    </a:cubicBezTo>
                    <a:cubicBezTo>
                      <a:pt x="14508" y="2729"/>
                      <a:pt x="14700" y="2766"/>
                      <a:pt x="14891" y="2791"/>
                    </a:cubicBezTo>
                    <a:cubicBezTo>
                      <a:pt x="14434" y="1389"/>
                      <a:pt x="12709" y="12"/>
                      <a:pt x="11780" y="12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0" name="Line">
                <a:extLst>
                  <a:ext uri="{FF2B5EF4-FFF2-40B4-BE49-F238E27FC236}">
                    <a16:creationId xmlns:a16="http://schemas.microsoft.com/office/drawing/2014/main" id="{60BD461C-6F9C-FB37-7B4A-E13125C21F08}"/>
                  </a:ext>
                </a:extLst>
              </p:cNvPr>
              <p:cNvSpPr/>
              <p:nvPr/>
            </p:nvSpPr>
            <p:spPr>
              <a:xfrm>
                <a:off x="8829896" y="6248417"/>
                <a:ext cx="802948" cy="10921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431" y="0"/>
                    </a:moveTo>
                    <a:cubicBezTo>
                      <a:pt x="18397" y="0"/>
                      <a:pt x="21569" y="3791"/>
                      <a:pt x="21600" y="8232"/>
                    </a:cubicBezTo>
                    <a:cubicBezTo>
                      <a:pt x="21600" y="12964"/>
                      <a:pt x="18580" y="18101"/>
                      <a:pt x="13210" y="21600"/>
                    </a:cubicBezTo>
                    <a:cubicBezTo>
                      <a:pt x="13119" y="13727"/>
                      <a:pt x="0" y="16239"/>
                      <a:pt x="0" y="10520"/>
                    </a:cubicBezTo>
                    <a:cubicBezTo>
                      <a:pt x="0" y="8075"/>
                      <a:pt x="2380" y="6437"/>
                      <a:pt x="5247" y="6437"/>
                    </a:cubicBezTo>
                    <a:cubicBezTo>
                      <a:pt x="7780" y="6437"/>
                      <a:pt x="9763" y="6953"/>
                      <a:pt x="11197" y="8007"/>
                    </a:cubicBezTo>
                    <a:cubicBezTo>
                      <a:pt x="9763" y="7021"/>
                      <a:pt x="9061" y="5607"/>
                      <a:pt x="9031" y="4284"/>
                    </a:cubicBezTo>
                    <a:cubicBezTo>
                      <a:pt x="9031" y="2064"/>
                      <a:pt x="10922" y="22"/>
                      <a:pt x="14400" y="22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1" name="Line">
                <a:extLst>
                  <a:ext uri="{FF2B5EF4-FFF2-40B4-BE49-F238E27FC236}">
                    <a16:creationId xmlns:a16="http://schemas.microsoft.com/office/drawing/2014/main" id="{063B2567-51FE-E5FE-ACCE-8552B97C5CF9}"/>
                  </a:ext>
                </a:extLst>
              </p:cNvPr>
              <p:cNvSpPr/>
              <p:nvPr/>
            </p:nvSpPr>
            <p:spPr>
              <a:xfrm>
                <a:off x="6654678" y="3339433"/>
                <a:ext cx="905018" cy="6964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97" extrusionOk="0">
                    <a:moveTo>
                      <a:pt x="1759" y="3326"/>
                    </a:moveTo>
                    <a:cubicBezTo>
                      <a:pt x="3600" y="5601"/>
                      <a:pt x="5224" y="6617"/>
                      <a:pt x="7200" y="6582"/>
                    </a:cubicBezTo>
                    <a:cubicBezTo>
                      <a:pt x="7985" y="6582"/>
                      <a:pt x="8905" y="6301"/>
                      <a:pt x="9392" y="6301"/>
                    </a:cubicBezTo>
                    <a:cubicBezTo>
                      <a:pt x="10015" y="6301"/>
                      <a:pt x="10448" y="6652"/>
                      <a:pt x="10448" y="7282"/>
                    </a:cubicBezTo>
                    <a:cubicBezTo>
                      <a:pt x="10448" y="8297"/>
                      <a:pt x="9744" y="9942"/>
                      <a:pt x="8905" y="10853"/>
                    </a:cubicBezTo>
                    <a:cubicBezTo>
                      <a:pt x="9744" y="11308"/>
                      <a:pt x="10665" y="11483"/>
                      <a:pt x="11666" y="11483"/>
                    </a:cubicBezTo>
                    <a:cubicBezTo>
                      <a:pt x="15672" y="11483"/>
                      <a:pt x="20247" y="8192"/>
                      <a:pt x="20247" y="0"/>
                    </a:cubicBezTo>
                    <a:cubicBezTo>
                      <a:pt x="21086" y="1435"/>
                      <a:pt x="21600" y="4446"/>
                      <a:pt x="21600" y="5811"/>
                    </a:cubicBezTo>
                    <a:cubicBezTo>
                      <a:pt x="21600" y="15754"/>
                      <a:pt x="15970" y="19570"/>
                      <a:pt x="10773" y="19570"/>
                    </a:cubicBezTo>
                    <a:cubicBezTo>
                      <a:pt x="7389" y="19570"/>
                      <a:pt x="5684" y="18134"/>
                      <a:pt x="5278" y="18134"/>
                    </a:cubicBezTo>
                    <a:cubicBezTo>
                      <a:pt x="3952" y="18134"/>
                      <a:pt x="4006" y="21600"/>
                      <a:pt x="3113" y="21495"/>
                    </a:cubicBezTo>
                    <a:cubicBezTo>
                      <a:pt x="1489" y="21145"/>
                      <a:pt x="0" y="16489"/>
                      <a:pt x="0" y="11588"/>
                    </a:cubicBezTo>
                    <a:cubicBezTo>
                      <a:pt x="0" y="8682"/>
                      <a:pt x="568" y="5566"/>
                      <a:pt x="1814" y="3291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2" name="Line">
                <a:extLst>
                  <a:ext uri="{FF2B5EF4-FFF2-40B4-BE49-F238E27FC236}">
                    <a16:creationId xmlns:a16="http://schemas.microsoft.com/office/drawing/2014/main" id="{1122F91F-C3A8-5AB9-61D5-FC7EAA3676C7}"/>
                  </a:ext>
                </a:extLst>
              </p:cNvPr>
              <p:cNvSpPr/>
              <p:nvPr/>
            </p:nvSpPr>
            <p:spPr>
              <a:xfrm>
                <a:off x="6764687" y="2957239"/>
                <a:ext cx="708817" cy="5523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476" y="10733"/>
                    </a:moveTo>
                    <a:cubicBezTo>
                      <a:pt x="11750" y="9225"/>
                      <a:pt x="9055" y="8427"/>
                      <a:pt x="7811" y="8427"/>
                    </a:cubicBezTo>
                    <a:cubicBezTo>
                      <a:pt x="3836" y="8427"/>
                      <a:pt x="1140" y="12020"/>
                      <a:pt x="622" y="15257"/>
                    </a:cubicBezTo>
                    <a:cubicBezTo>
                      <a:pt x="276" y="14104"/>
                      <a:pt x="0" y="12729"/>
                      <a:pt x="0" y="11310"/>
                    </a:cubicBezTo>
                    <a:cubicBezTo>
                      <a:pt x="0" y="6254"/>
                      <a:pt x="2696" y="0"/>
                      <a:pt x="9262" y="0"/>
                    </a:cubicBezTo>
                    <a:cubicBezTo>
                      <a:pt x="14999" y="0"/>
                      <a:pt x="17245" y="3903"/>
                      <a:pt x="18075" y="3903"/>
                    </a:cubicBezTo>
                    <a:cubicBezTo>
                      <a:pt x="18973" y="3903"/>
                      <a:pt x="19872" y="2750"/>
                      <a:pt x="20598" y="2750"/>
                    </a:cubicBezTo>
                    <a:cubicBezTo>
                      <a:pt x="21600" y="2750"/>
                      <a:pt x="21600" y="4701"/>
                      <a:pt x="21600" y="6121"/>
                    </a:cubicBezTo>
                    <a:cubicBezTo>
                      <a:pt x="21600" y="10733"/>
                      <a:pt x="19976" y="18717"/>
                      <a:pt x="15932" y="21600"/>
                    </a:cubicBezTo>
                    <a:cubicBezTo>
                      <a:pt x="15206" y="19648"/>
                      <a:pt x="13755" y="17431"/>
                      <a:pt x="11439" y="16056"/>
                    </a:cubicBezTo>
                    <a:cubicBezTo>
                      <a:pt x="10817" y="15701"/>
                      <a:pt x="10541" y="15036"/>
                      <a:pt x="10541" y="14326"/>
                    </a:cubicBezTo>
                    <a:cubicBezTo>
                      <a:pt x="10541" y="13040"/>
                      <a:pt x="11439" y="11443"/>
                      <a:pt x="12511" y="10733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3" name="Line">
                <a:extLst>
                  <a:ext uri="{FF2B5EF4-FFF2-40B4-BE49-F238E27FC236}">
                    <a16:creationId xmlns:a16="http://schemas.microsoft.com/office/drawing/2014/main" id="{D6AFBCFE-6C12-EE5D-C2AD-03E338B38A8D}"/>
                  </a:ext>
                </a:extLst>
              </p:cNvPr>
              <p:cNvSpPr/>
              <p:nvPr/>
            </p:nvSpPr>
            <p:spPr>
              <a:xfrm>
                <a:off x="4675662" y="2572777"/>
                <a:ext cx="544372" cy="624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" y="588"/>
                    </a:moveTo>
                    <a:cubicBezTo>
                      <a:pt x="45" y="4155"/>
                      <a:pt x="14715" y="21600"/>
                      <a:pt x="17505" y="21600"/>
                    </a:cubicBezTo>
                    <a:cubicBezTo>
                      <a:pt x="19845" y="21600"/>
                      <a:pt x="21600" y="18033"/>
                      <a:pt x="21600" y="14975"/>
                    </a:cubicBezTo>
                    <a:cubicBezTo>
                      <a:pt x="21600" y="14152"/>
                      <a:pt x="21375" y="13368"/>
                      <a:pt x="20880" y="12740"/>
                    </a:cubicBezTo>
                    <a:cubicBezTo>
                      <a:pt x="18765" y="10192"/>
                      <a:pt x="3870" y="0"/>
                      <a:pt x="585" y="0"/>
                    </a:cubicBezTo>
                    <a:cubicBezTo>
                      <a:pt x="225" y="0"/>
                      <a:pt x="0" y="314"/>
                      <a:pt x="0" y="627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4" name="Shape">
                <a:extLst>
                  <a:ext uri="{FF2B5EF4-FFF2-40B4-BE49-F238E27FC236}">
                    <a16:creationId xmlns:a16="http://schemas.microsoft.com/office/drawing/2014/main" id="{F2D33F17-94B7-8C3E-A4AB-9E4593AD9507}"/>
                  </a:ext>
                </a:extLst>
              </p:cNvPr>
              <p:cNvSpPr/>
              <p:nvPr/>
            </p:nvSpPr>
            <p:spPr>
              <a:xfrm>
                <a:off x="2165884" y="2256361"/>
                <a:ext cx="342501" cy="2891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372"/>
                    </a:moveTo>
                    <a:cubicBezTo>
                      <a:pt x="21600" y="6776"/>
                      <a:pt x="7510" y="21600"/>
                      <a:pt x="2432" y="21600"/>
                    </a:cubicBezTo>
                    <a:cubicBezTo>
                      <a:pt x="572" y="21600"/>
                      <a:pt x="0" y="18974"/>
                      <a:pt x="0" y="16518"/>
                    </a:cubicBezTo>
                    <a:cubicBezTo>
                      <a:pt x="0" y="12113"/>
                      <a:pt x="1645" y="5929"/>
                      <a:pt x="3719" y="3981"/>
                    </a:cubicBezTo>
                    <a:cubicBezTo>
                      <a:pt x="6151" y="1355"/>
                      <a:pt x="11730" y="0"/>
                      <a:pt x="16021" y="0"/>
                    </a:cubicBezTo>
                    <a:cubicBezTo>
                      <a:pt x="18596" y="0"/>
                      <a:pt x="21600" y="678"/>
                      <a:pt x="21600" y="2372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5" name="Line">
                <a:extLst>
                  <a:ext uri="{FF2B5EF4-FFF2-40B4-BE49-F238E27FC236}">
                    <a16:creationId xmlns:a16="http://schemas.microsoft.com/office/drawing/2014/main" id="{ED426446-A0A5-880A-44C5-A28BC9E29810}"/>
                  </a:ext>
                </a:extLst>
              </p:cNvPr>
              <p:cNvSpPr/>
              <p:nvPr/>
            </p:nvSpPr>
            <p:spPr>
              <a:xfrm>
                <a:off x="2151141" y="1510119"/>
                <a:ext cx="3054150" cy="19529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84" y="10474"/>
                    </a:moveTo>
                    <a:cubicBezTo>
                      <a:pt x="21584" y="9495"/>
                      <a:pt x="20736" y="8119"/>
                      <a:pt x="19884" y="6794"/>
                    </a:cubicBezTo>
                    <a:cubicBezTo>
                      <a:pt x="19031" y="5469"/>
                      <a:pt x="18175" y="4196"/>
                      <a:pt x="18159" y="3424"/>
                    </a:cubicBezTo>
                    <a:cubicBezTo>
                      <a:pt x="18159" y="3355"/>
                      <a:pt x="18171" y="3286"/>
                      <a:pt x="18192" y="3219"/>
                    </a:cubicBezTo>
                    <a:cubicBezTo>
                      <a:pt x="18213" y="3152"/>
                      <a:pt x="18243" y="3086"/>
                      <a:pt x="18279" y="3023"/>
                    </a:cubicBezTo>
                    <a:cubicBezTo>
                      <a:pt x="18568" y="2546"/>
                      <a:pt x="19316" y="2132"/>
                      <a:pt x="19991" y="1736"/>
                    </a:cubicBezTo>
                    <a:cubicBezTo>
                      <a:pt x="20666" y="1339"/>
                      <a:pt x="21267" y="960"/>
                      <a:pt x="21263" y="552"/>
                    </a:cubicBezTo>
                    <a:cubicBezTo>
                      <a:pt x="21263" y="125"/>
                      <a:pt x="20758" y="125"/>
                      <a:pt x="20509" y="125"/>
                    </a:cubicBezTo>
                    <a:cubicBezTo>
                      <a:pt x="18568" y="125"/>
                      <a:pt x="15729" y="1242"/>
                      <a:pt x="15729" y="2321"/>
                    </a:cubicBezTo>
                    <a:cubicBezTo>
                      <a:pt x="15729" y="3437"/>
                      <a:pt x="18279" y="6134"/>
                      <a:pt x="18279" y="7476"/>
                    </a:cubicBezTo>
                    <a:cubicBezTo>
                      <a:pt x="18279" y="7840"/>
                      <a:pt x="18135" y="7965"/>
                      <a:pt x="17902" y="7965"/>
                    </a:cubicBezTo>
                    <a:cubicBezTo>
                      <a:pt x="17197" y="7965"/>
                      <a:pt x="15649" y="6636"/>
                      <a:pt x="14919" y="6636"/>
                    </a:cubicBezTo>
                    <a:cubicBezTo>
                      <a:pt x="14582" y="6636"/>
                      <a:pt x="14461" y="6999"/>
                      <a:pt x="14461" y="7514"/>
                    </a:cubicBezTo>
                    <a:cubicBezTo>
                      <a:pt x="14461" y="9082"/>
                      <a:pt x="15657" y="12042"/>
                      <a:pt x="15657" y="12932"/>
                    </a:cubicBezTo>
                    <a:cubicBezTo>
                      <a:pt x="15657" y="13033"/>
                      <a:pt x="15633" y="13158"/>
                      <a:pt x="15552" y="13158"/>
                    </a:cubicBezTo>
                    <a:cubicBezTo>
                      <a:pt x="15175" y="13158"/>
                      <a:pt x="13403" y="9897"/>
                      <a:pt x="12777" y="9897"/>
                    </a:cubicBezTo>
                    <a:cubicBezTo>
                      <a:pt x="12545" y="9897"/>
                      <a:pt x="12528" y="10386"/>
                      <a:pt x="12528" y="11101"/>
                    </a:cubicBezTo>
                    <a:lnTo>
                      <a:pt x="12528" y="12205"/>
                    </a:lnTo>
                    <a:cubicBezTo>
                      <a:pt x="12528" y="12957"/>
                      <a:pt x="12512" y="13409"/>
                      <a:pt x="12280" y="13409"/>
                    </a:cubicBezTo>
                    <a:cubicBezTo>
                      <a:pt x="11734" y="13409"/>
                      <a:pt x="11486" y="11026"/>
                      <a:pt x="10964" y="11026"/>
                    </a:cubicBezTo>
                    <a:cubicBezTo>
                      <a:pt x="10419" y="11026"/>
                      <a:pt x="10323" y="15266"/>
                      <a:pt x="9801" y="15266"/>
                    </a:cubicBezTo>
                    <a:cubicBezTo>
                      <a:pt x="9192" y="15266"/>
                      <a:pt x="9713" y="10599"/>
                      <a:pt x="9128" y="10599"/>
                    </a:cubicBezTo>
                    <a:cubicBezTo>
                      <a:pt x="8478" y="10599"/>
                      <a:pt x="7748" y="13698"/>
                      <a:pt x="7291" y="13698"/>
                    </a:cubicBezTo>
                    <a:cubicBezTo>
                      <a:pt x="7122" y="13698"/>
                      <a:pt x="7082" y="13434"/>
                      <a:pt x="7082" y="13208"/>
                    </a:cubicBezTo>
                    <a:cubicBezTo>
                      <a:pt x="7082" y="12268"/>
                      <a:pt x="7435" y="10725"/>
                      <a:pt x="7435" y="9822"/>
                    </a:cubicBezTo>
                    <a:cubicBezTo>
                      <a:pt x="7435" y="9357"/>
                      <a:pt x="7355" y="9107"/>
                      <a:pt x="7098" y="9107"/>
                    </a:cubicBezTo>
                    <a:cubicBezTo>
                      <a:pt x="6449" y="9107"/>
                      <a:pt x="5029" y="10737"/>
                      <a:pt x="4492" y="10737"/>
                    </a:cubicBezTo>
                    <a:cubicBezTo>
                      <a:pt x="4411" y="10737"/>
                      <a:pt x="4307" y="10675"/>
                      <a:pt x="4307" y="10537"/>
                    </a:cubicBezTo>
                    <a:cubicBezTo>
                      <a:pt x="4307" y="9759"/>
                      <a:pt x="6577" y="7275"/>
                      <a:pt x="6577" y="6159"/>
                    </a:cubicBezTo>
                    <a:cubicBezTo>
                      <a:pt x="6577" y="5080"/>
                      <a:pt x="3449" y="5808"/>
                      <a:pt x="3441" y="4566"/>
                    </a:cubicBezTo>
                    <a:cubicBezTo>
                      <a:pt x="3441" y="3525"/>
                      <a:pt x="5671" y="2446"/>
                      <a:pt x="5671" y="1367"/>
                    </a:cubicBezTo>
                    <a:cubicBezTo>
                      <a:pt x="5671" y="414"/>
                      <a:pt x="3016" y="0"/>
                      <a:pt x="1997" y="0"/>
                    </a:cubicBezTo>
                    <a:cubicBezTo>
                      <a:pt x="762" y="0"/>
                      <a:pt x="96" y="226"/>
                      <a:pt x="96" y="790"/>
                    </a:cubicBezTo>
                    <a:cubicBezTo>
                      <a:pt x="96" y="1643"/>
                      <a:pt x="2896" y="1894"/>
                      <a:pt x="2896" y="2647"/>
                    </a:cubicBezTo>
                    <a:cubicBezTo>
                      <a:pt x="2896" y="3362"/>
                      <a:pt x="0" y="5293"/>
                      <a:pt x="0" y="6410"/>
                    </a:cubicBezTo>
                    <a:cubicBezTo>
                      <a:pt x="0" y="7388"/>
                      <a:pt x="4091" y="6472"/>
                      <a:pt x="4091" y="7476"/>
                    </a:cubicBezTo>
                    <a:cubicBezTo>
                      <a:pt x="4091" y="8580"/>
                      <a:pt x="529" y="13384"/>
                      <a:pt x="529" y="14990"/>
                    </a:cubicBezTo>
                    <a:cubicBezTo>
                      <a:pt x="529" y="15353"/>
                      <a:pt x="698" y="15516"/>
                      <a:pt x="922" y="15516"/>
                    </a:cubicBezTo>
                    <a:cubicBezTo>
                      <a:pt x="2005" y="15516"/>
                      <a:pt x="4820" y="12280"/>
                      <a:pt x="5599" y="12280"/>
                    </a:cubicBezTo>
                    <a:cubicBezTo>
                      <a:pt x="5871" y="12280"/>
                      <a:pt x="5895" y="12794"/>
                      <a:pt x="5895" y="13259"/>
                    </a:cubicBezTo>
                    <a:cubicBezTo>
                      <a:pt x="5895" y="14111"/>
                      <a:pt x="5711" y="15416"/>
                      <a:pt x="5711" y="16357"/>
                    </a:cubicBezTo>
                    <a:cubicBezTo>
                      <a:pt x="5711" y="17109"/>
                      <a:pt x="5839" y="17624"/>
                      <a:pt x="6256" y="17624"/>
                    </a:cubicBezTo>
                    <a:cubicBezTo>
                      <a:pt x="7026" y="17624"/>
                      <a:pt x="7740" y="15567"/>
                      <a:pt x="8261" y="15567"/>
                    </a:cubicBezTo>
                    <a:cubicBezTo>
                      <a:pt x="8927" y="15567"/>
                      <a:pt x="8534" y="21600"/>
                      <a:pt x="9537" y="21600"/>
                    </a:cubicBezTo>
                    <a:cubicBezTo>
                      <a:pt x="10395" y="21600"/>
                      <a:pt x="10740" y="15065"/>
                      <a:pt x="11285" y="15065"/>
                    </a:cubicBezTo>
                    <a:cubicBezTo>
                      <a:pt x="11831" y="15065"/>
                      <a:pt x="12272" y="16959"/>
                      <a:pt x="12769" y="16959"/>
                    </a:cubicBezTo>
                    <a:cubicBezTo>
                      <a:pt x="13395" y="16959"/>
                      <a:pt x="13098" y="13660"/>
                      <a:pt x="13772" y="13660"/>
                    </a:cubicBezTo>
                    <a:cubicBezTo>
                      <a:pt x="14502" y="13660"/>
                      <a:pt x="16587" y="17574"/>
                      <a:pt x="17533" y="17574"/>
                    </a:cubicBezTo>
                    <a:cubicBezTo>
                      <a:pt x="17822" y="17574"/>
                      <a:pt x="17926" y="17210"/>
                      <a:pt x="17926" y="16758"/>
                    </a:cubicBezTo>
                    <a:cubicBezTo>
                      <a:pt x="17926" y="15027"/>
                      <a:pt x="16378" y="11114"/>
                      <a:pt x="16378" y="9872"/>
                    </a:cubicBezTo>
                    <a:cubicBezTo>
                      <a:pt x="16378" y="9546"/>
                      <a:pt x="16443" y="9445"/>
                      <a:pt x="16667" y="9445"/>
                    </a:cubicBezTo>
                    <a:cubicBezTo>
                      <a:pt x="17485" y="9445"/>
                      <a:pt x="19859" y="11201"/>
                      <a:pt x="20990" y="11201"/>
                    </a:cubicBezTo>
                    <a:cubicBezTo>
                      <a:pt x="21367" y="11201"/>
                      <a:pt x="21600" y="10875"/>
                      <a:pt x="21600" y="10449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6" name="Shape">
                <a:extLst>
                  <a:ext uri="{FF2B5EF4-FFF2-40B4-BE49-F238E27FC236}">
                    <a16:creationId xmlns:a16="http://schemas.microsoft.com/office/drawing/2014/main" id="{29CB044D-9113-C168-8EDD-293DCFD333C9}"/>
                  </a:ext>
                </a:extLst>
              </p:cNvPr>
              <p:cNvSpPr/>
              <p:nvPr/>
            </p:nvSpPr>
            <p:spPr>
              <a:xfrm>
                <a:off x="4894545" y="1810657"/>
                <a:ext cx="336830" cy="2302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5852"/>
                    </a:moveTo>
                    <a:cubicBezTo>
                      <a:pt x="0" y="10853"/>
                      <a:pt x="11927" y="21600"/>
                      <a:pt x="17455" y="21600"/>
                    </a:cubicBezTo>
                    <a:cubicBezTo>
                      <a:pt x="20655" y="21600"/>
                      <a:pt x="21600" y="15216"/>
                      <a:pt x="21600" y="8619"/>
                    </a:cubicBezTo>
                    <a:cubicBezTo>
                      <a:pt x="21600" y="319"/>
                      <a:pt x="19127" y="0"/>
                      <a:pt x="14182" y="0"/>
                    </a:cubicBezTo>
                    <a:cubicBezTo>
                      <a:pt x="7927" y="0"/>
                      <a:pt x="0" y="2554"/>
                      <a:pt x="0" y="5852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7" name="Line">
                <a:extLst>
                  <a:ext uri="{FF2B5EF4-FFF2-40B4-BE49-F238E27FC236}">
                    <a16:creationId xmlns:a16="http://schemas.microsoft.com/office/drawing/2014/main" id="{7CEA4A9B-549F-95DF-7B6E-21EB31C5E905}"/>
                  </a:ext>
                </a:extLst>
              </p:cNvPr>
              <p:cNvSpPr/>
              <p:nvPr/>
            </p:nvSpPr>
            <p:spPr>
              <a:xfrm>
                <a:off x="2982441" y="1531667"/>
                <a:ext cx="1338247" cy="8800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678" y="1002"/>
                    </a:moveTo>
                    <a:cubicBezTo>
                      <a:pt x="19678" y="557"/>
                      <a:pt x="18250" y="139"/>
                      <a:pt x="16292" y="139"/>
                    </a:cubicBezTo>
                    <a:cubicBezTo>
                      <a:pt x="13198" y="139"/>
                      <a:pt x="13619" y="4064"/>
                      <a:pt x="11239" y="4064"/>
                    </a:cubicBezTo>
                    <a:cubicBezTo>
                      <a:pt x="8768" y="4064"/>
                      <a:pt x="9372" y="0"/>
                      <a:pt x="6242" y="0"/>
                    </a:cubicBezTo>
                    <a:cubicBezTo>
                      <a:pt x="4338" y="0"/>
                      <a:pt x="2581" y="501"/>
                      <a:pt x="2581" y="1169"/>
                    </a:cubicBezTo>
                    <a:cubicBezTo>
                      <a:pt x="2581" y="2032"/>
                      <a:pt x="4814" y="1670"/>
                      <a:pt x="4814" y="4064"/>
                    </a:cubicBezTo>
                    <a:cubicBezTo>
                      <a:pt x="4814" y="6597"/>
                      <a:pt x="0" y="7321"/>
                      <a:pt x="0" y="8852"/>
                    </a:cubicBezTo>
                    <a:cubicBezTo>
                      <a:pt x="0" y="9353"/>
                      <a:pt x="384" y="9575"/>
                      <a:pt x="860" y="9575"/>
                    </a:cubicBezTo>
                    <a:cubicBezTo>
                      <a:pt x="1904" y="9575"/>
                      <a:pt x="3569" y="8852"/>
                      <a:pt x="4759" y="8852"/>
                    </a:cubicBezTo>
                    <a:cubicBezTo>
                      <a:pt x="5418" y="8852"/>
                      <a:pt x="6041" y="9074"/>
                      <a:pt x="6041" y="10021"/>
                    </a:cubicBezTo>
                    <a:cubicBezTo>
                      <a:pt x="6041" y="11830"/>
                      <a:pt x="3478" y="15087"/>
                      <a:pt x="3478" y="16534"/>
                    </a:cubicBezTo>
                    <a:cubicBezTo>
                      <a:pt x="3478" y="16979"/>
                      <a:pt x="3716" y="17119"/>
                      <a:pt x="3954" y="17119"/>
                    </a:cubicBezTo>
                    <a:cubicBezTo>
                      <a:pt x="4906" y="17119"/>
                      <a:pt x="6517" y="13416"/>
                      <a:pt x="8054" y="13416"/>
                    </a:cubicBezTo>
                    <a:cubicBezTo>
                      <a:pt x="10580" y="13416"/>
                      <a:pt x="8915" y="21600"/>
                      <a:pt x="10306" y="21600"/>
                    </a:cubicBezTo>
                    <a:cubicBezTo>
                      <a:pt x="11734" y="21600"/>
                      <a:pt x="11111" y="13556"/>
                      <a:pt x="13161" y="13556"/>
                    </a:cubicBezTo>
                    <a:cubicBezTo>
                      <a:pt x="14827" y="13556"/>
                      <a:pt x="16072" y="19123"/>
                      <a:pt x="17207" y="19123"/>
                    </a:cubicBezTo>
                    <a:cubicBezTo>
                      <a:pt x="17500" y="19123"/>
                      <a:pt x="17738" y="18761"/>
                      <a:pt x="17738" y="18260"/>
                    </a:cubicBezTo>
                    <a:cubicBezTo>
                      <a:pt x="17738" y="16729"/>
                      <a:pt x="16310" y="13639"/>
                      <a:pt x="16310" y="11607"/>
                    </a:cubicBezTo>
                    <a:cubicBezTo>
                      <a:pt x="16310" y="10382"/>
                      <a:pt x="16877" y="9798"/>
                      <a:pt x="17646" y="9798"/>
                    </a:cubicBezTo>
                    <a:cubicBezTo>
                      <a:pt x="18744" y="9798"/>
                      <a:pt x="20209" y="10800"/>
                      <a:pt x="21033" y="10800"/>
                    </a:cubicBezTo>
                    <a:cubicBezTo>
                      <a:pt x="21325" y="10800"/>
                      <a:pt x="21600" y="10661"/>
                      <a:pt x="21600" y="10160"/>
                    </a:cubicBezTo>
                    <a:cubicBezTo>
                      <a:pt x="21600" y="8434"/>
                      <a:pt x="17353" y="6541"/>
                      <a:pt x="17353" y="4314"/>
                    </a:cubicBezTo>
                    <a:cubicBezTo>
                      <a:pt x="17353" y="2060"/>
                      <a:pt x="19678" y="2060"/>
                      <a:pt x="19678" y="1058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8" name="Shape">
                <a:extLst>
                  <a:ext uri="{FF2B5EF4-FFF2-40B4-BE49-F238E27FC236}">
                    <a16:creationId xmlns:a16="http://schemas.microsoft.com/office/drawing/2014/main" id="{8C924801-CA56-F2B9-D5E8-1E472BC9A102}"/>
                  </a:ext>
                </a:extLst>
              </p:cNvPr>
              <p:cNvSpPr/>
              <p:nvPr/>
            </p:nvSpPr>
            <p:spPr>
              <a:xfrm>
                <a:off x="8276451" y="1511253"/>
                <a:ext cx="1485680" cy="13144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818" y="8797"/>
                    </a:moveTo>
                    <a:cubicBezTo>
                      <a:pt x="16818" y="13102"/>
                      <a:pt x="14048" y="16419"/>
                      <a:pt x="9019" y="17332"/>
                    </a:cubicBezTo>
                    <a:cubicBezTo>
                      <a:pt x="9580" y="17388"/>
                      <a:pt x="10091" y="17388"/>
                      <a:pt x="10602" y="17369"/>
                    </a:cubicBezTo>
                    <a:cubicBezTo>
                      <a:pt x="16472" y="17369"/>
                      <a:pt x="18616" y="14350"/>
                      <a:pt x="18616" y="11834"/>
                    </a:cubicBezTo>
                    <a:cubicBezTo>
                      <a:pt x="18616" y="10418"/>
                      <a:pt x="17923" y="9169"/>
                      <a:pt x="16802" y="8778"/>
                    </a:cubicBezTo>
                    <a:moveTo>
                      <a:pt x="9580" y="13698"/>
                    </a:moveTo>
                    <a:cubicBezTo>
                      <a:pt x="9580" y="10250"/>
                      <a:pt x="2292" y="9393"/>
                      <a:pt x="2292" y="8610"/>
                    </a:cubicBezTo>
                    <a:cubicBezTo>
                      <a:pt x="2292" y="7977"/>
                      <a:pt x="6365" y="6914"/>
                      <a:pt x="8459" y="6858"/>
                    </a:cubicBezTo>
                    <a:cubicBezTo>
                      <a:pt x="5243" y="2199"/>
                      <a:pt x="660" y="2702"/>
                      <a:pt x="660" y="1864"/>
                    </a:cubicBezTo>
                    <a:cubicBezTo>
                      <a:pt x="660" y="1379"/>
                      <a:pt x="4089" y="410"/>
                      <a:pt x="7255" y="391"/>
                    </a:cubicBezTo>
                    <a:cubicBezTo>
                      <a:pt x="9910" y="391"/>
                      <a:pt x="12399" y="1062"/>
                      <a:pt x="12399" y="3336"/>
                    </a:cubicBezTo>
                    <a:cubicBezTo>
                      <a:pt x="12399" y="4603"/>
                      <a:pt x="11509" y="5908"/>
                      <a:pt x="11509" y="7846"/>
                    </a:cubicBezTo>
                    <a:cubicBezTo>
                      <a:pt x="11509" y="8908"/>
                      <a:pt x="11987" y="9840"/>
                      <a:pt x="13224" y="9840"/>
                    </a:cubicBezTo>
                    <a:cubicBezTo>
                      <a:pt x="14559" y="9840"/>
                      <a:pt x="14856" y="8237"/>
                      <a:pt x="14856" y="6542"/>
                    </a:cubicBezTo>
                    <a:cubicBezTo>
                      <a:pt x="14856" y="5144"/>
                      <a:pt x="14642" y="4063"/>
                      <a:pt x="14642" y="3392"/>
                    </a:cubicBezTo>
                    <a:cubicBezTo>
                      <a:pt x="14642" y="1360"/>
                      <a:pt x="15878" y="0"/>
                      <a:pt x="17643" y="0"/>
                    </a:cubicBezTo>
                    <a:cubicBezTo>
                      <a:pt x="19110" y="0"/>
                      <a:pt x="19440" y="727"/>
                      <a:pt x="21600" y="727"/>
                    </a:cubicBezTo>
                    <a:cubicBezTo>
                      <a:pt x="20446" y="1510"/>
                      <a:pt x="20017" y="2907"/>
                      <a:pt x="20017" y="3597"/>
                    </a:cubicBezTo>
                    <a:cubicBezTo>
                      <a:pt x="20017" y="5628"/>
                      <a:pt x="21188" y="7045"/>
                      <a:pt x="21188" y="11219"/>
                    </a:cubicBezTo>
                    <a:cubicBezTo>
                      <a:pt x="21188" y="18879"/>
                      <a:pt x="14856" y="21600"/>
                      <a:pt x="7074" y="21600"/>
                    </a:cubicBezTo>
                    <a:cubicBezTo>
                      <a:pt x="4930" y="21600"/>
                      <a:pt x="2655" y="21414"/>
                      <a:pt x="429" y="21022"/>
                    </a:cubicBezTo>
                    <a:cubicBezTo>
                      <a:pt x="82" y="20966"/>
                      <a:pt x="0" y="20873"/>
                      <a:pt x="0" y="20631"/>
                    </a:cubicBezTo>
                    <a:cubicBezTo>
                      <a:pt x="0" y="19997"/>
                      <a:pt x="3050" y="19662"/>
                      <a:pt x="3050" y="16549"/>
                    </a:cubicBezTo>
                    <a:cubicBezTo>
                      <a:pt x="3050" y="15338"/>
                      <a:pt x="2704" y="14183"/>
                      <a:pt x="2704" y="13735"/>
                    </a:cubicBezTo>
                    <a:cubicBezTo>
                      <a:pt x="2704" y="13493"/>
                      <a:pt x="2869" y="13344"/>
                      <a:pt x="3050" y="13344"/>
                    </a:cubicBezTo>
                    <a:cubicBezTo>
                      <a:pt x="3693" y="13344"/>
                      <a:pt x="4980" y="16158"/>
                      <a:pt x="7387" y="16158"/>
                    </a:cubicBezTo>
                    <a:cubicBezTo>
                      <a:pt x="8030" y="16158"/>
                      <a:pt x="9613" y="15916"/>
                      <a:pt x="9613" y="13679"/>
                    </a:cubicBezTo>
                    <a:moveTo>
                      <a:pt x="16555" y="2963"/>
                    </a:moveTo>
                    <a:cubicBezTo>
                      <a:pt x="16555" y="3634"/>
                      <a:pt x="17033" y="4175"/>
                      <a:pt x="17626" y="4175"/>
                    </a:cubicBezTo>
                    <a:cubicBezTo>
                      <a:pt x="18220" y="4175"/>
                      <a:pt x="18698" y="3634"/>
                      <a:pt x="18698" y="2963"/>
                    </a:cubicBezTo>
                    <a:cubicBezTo>
                      <a:pt x="18698" y="2292"/>
                      <a:pt x="18220" y="1752"/>
                      <a:pt x="17626" y="1752"/>
                    </a:cubicBezTo>
                    <a:cubicBezTo>
                      <a:pt x="17033" y="1752"/>
                      <a:pt x="16555" y="2292"/>
                      <a:pt x="16555" y="2963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9" name="Shape">
                <a:extLst>
                  <a:ext uri="{FF2B5EF4-FFF2-40B4-BE49-F238E27FC236}">
                    <a16:creationId xmlns:a16="http://schemas.microsoft.com/office/drawing/2014/main" id="{0F18C8D8-C0C8-F483-8DD3-C6D6CFDAB3FC}"/>
                  </a:ext>
                </a:extLst>
              </p:cNvPr>
              <p:cNvSpPr/>
              <p:nvPr/>
            </p:nvSpPr>
            <p:spPr>
              <a:xfrm>
                <a:off x="7954365" y="3790808"/>
                <a:ext cx="1831583" cy="24451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164" y="5550"/>
                    </a:moveTo>
                    <a:cubicBezTo>
                      <a:pt x="14164" y="4999"/>
                      <a:pt x="12318" y="4949"/>
                      <a:pt x="12144" y="3416"/>
                    </a:cubicBezTo>
                    <a:cubicBezTo>
                      <a:pt x="12104" y="3186"/>
                      <a:pt x="12010" y="2765"/>
                      <a:pt x="11623" y="2765"/>
                    </a:cubicBezTo>
                    <a:cubicBezTo>
                      <a:pt x="10994" y="2765"/>
                      <a:pt x="11489" y="4198"/>
                      <a:pt x="10793" y="4198"/>
                    </a:cubicBezTo>
                    <a:cubicBezTo>
                      <a:pt x="9188" y="4198"/>
                      <a:pt x="8667" y="1853"/>
                      <a:pt x="8078" y="1853"/>
                    </a:cubicBezTo>
                    <a:cubicBezTo>
                      <a:pt x="7945" y="1853"/>
                      <a:pt x="7771" y="1934"/>
                      <a:pt x="7771" y="2244"/>
                    </a:cubicBezTo>
                    <a:cubicBezTo>
                      <a:pt x="7771" y="2535"/>
                      <a:pt x="7838" y="2715"/>
                      <a:pt x="7838" y="3056"/>
                    </a:cubicBezTo>
                    <a:cubicBezTo>
                      <a:pt x="7838" y="3396"/>
                      <a:pt x="7731" y="3627"/>
                      <a:pt x="7316" y="3627"/>
                    </a:cubicBezTo>
                    <a:cubicBezTo>
                      <a:pt x="6380" y="3627"/>
                      <a:pt x="5537" y="1984"/>
                      <a:pt x="4735" y="1984"/>
                    </a:cubicBezTo>
                    <a:cubicBezTo>
                      <a:pt x="4561" y="1984"/>
                      <a:pt x="4387" y="2064"/>
                      <a:pt x="4387" y="2194"/>
                    </a:cubicBezTo>
                    <a:cubicBezTo>
                      <a:pt x="4387" y="2505"/>
                      <a:pt x="5082" y="3076"/>
                      <a:pt x="5082" y="3366"/>
                    </a:cubicBezTo>
                    <a:cubicBezTo>
                      <a:pt x="5082" y="3987"/>
                      <a:pt x="2822" y="3657"/>
                      <a:pt x="2822" y="4178"/>
                    </a:cubicBezTo>
                    <a:cubicBezTo>
                      <a:pt x="2822" y="4408"/>
                      <a:pt x="3130" y="4488"/>
                      <a:pt x="3558" y="4488"/>
                    </a:cubicBezTo>
                    <a:cubicBezTo>
                      <a:pt x="4293" y="4488"/>
                      <a:pt x="5443" y="4258"/>
                      <a:pt x="6032" y="4258"/>
                    </a:cubicBezTo>
                    <a:cubicBezTo>
                      <a:pt x="6380" y="4258"/>
                      <a:pt x="6901" y="4308"/>
                      <a:pt x="6901" y="4649"/>
                    </a:cubicBezTo>
                    <a:cubicBezTo>
                      <a:pt x="6901" y="5009"/>
                      <a:pt x="5644" y="5480"/>
                      <a:pt x="5644" y="5821"/>
                    </a:cubicBezTo>
                    <a:cubicBezTo>
                      <a:pt x="5644" y="5981"/>
                      <a:pt x="5858" y="6051"/>
                      <a:pt x="6032" y="6051"/>
                    </a:cubicBezTo>
                    <a:cubicBezTo>
                      <a:pt x="6968" y="6051"/>
                      <a:pt x="8640" y="4829"/>
                      <a:pt x="9817" y="4829"/>
                    </a:cubicBezTo>
                    <a:cubicBezTo>
                      <a:pt x="10031" y="4829"/>
                      <a:pt x="10553" y="4909"/>
                      <a:pt x="10553" y="5140"/>
                    </a:cubicBezTo>
                    <a:cubicBezTo>
                      <a:pt x="10553" y="5480"/>
                      <a:pt x="9376" y="6081"/>
                      <a:pt x="9376" y="6572"/>
                    </a:cubicBezTo>
                    <a:cubicBezTo>
                      <a:pt x="9376" y="6702"/>
                      <a:pt x="9483" y="6863"/>
                      <a:pt x="9683" y="6863"/>
                    </a:cubicBezTo>
                    <a:cubicBezTo>
                      <a:pt x="10312" y="6863"/>
                      <a:pt x="11141" y="5640"/>
                      <a:pt x="12331" y="5640"/>
                    </a:cubicBezTo>
                    <a:cubicBezTo>
                      <a:pt x="12786" y="5640"/>
                      <a:pt x="13441" y="5771"/>
                      <a:pt x="13789" y="5771"/>
                    </a:cubicBezTo>
                    <a:cubicBezTo>
                      <a:pt x="14070" y="5771"/>
                      <a:pt x="14177" y="5640"/>
                      <a:pt x="14177" y="5560"/>
                    </a:cubicBezTo>
                    <a:moveTo>
                      <a:pt x="15087" y="18194"/>
                    </a:moveTo>
                    <a:cubicBezTo>
                      <a:pt x="15648" y="16891"/>
                      <a:pt x="16344" y="15980"/>
                      <a:pt x="17481" y="14567"/>
                    </a:cubicBezTo>
                    <a:cubicBezTo>
                      <a:pt x="16344" y="14126"/>
                      <a:pt x="13308" y="13184"/>
                      <a:pt x="13308" y="11652"/>
                    </a:cubicBezTo>
                    <a:cubicBezTo>
                      <a:pt x="13308" y="9848"/>
                      <a:pt x="16304" y="8446"/>
                      <a:pt x="16919" y="8446"/>
                    </a:cubicBezTo>
                    <a:cubicBezTo>
                      <a:pt x="17200" y="8446"/>
                      <a:pt x="17267" y="8626"/>
                      <a:pt x="17267" y="8967"/>
                    </a:cubicBezTo>
                    <a:cubicBezTo>
                      <a:pt x="17267" y="9908"/>
                      <a:pt x="16678" y="11421"/>
                      <a:pt x="16678" y="12223"/>
                    </a:cubicBezTo>
                    <a:cubicBezTo>
                      <a:pt x="16678" y="12954"/>
                      <a:pt x="17307" y="13655"/>
                      <a:pt x="17868" y="13655"/>
                    </a:cubicBezTo>
                    <a:cubicBezTo>
                      <a:pt x="18457" y="13655"/>
                      <a:pt x="20102" y="12092"/>
                      <a:pt x="20089" y="10550"/>
                    </a:cubicBezTo>
                    <a:cubicBezTo>
                      <a:pt x="20089" y="7784"/>
                      <a:pt x="16852" y="6953"/>
                      <a:pt x="15849" y="6953"/>
                    </a:cubicBezTo>
                    <a:cubicBezTo>
                      <a:pt x="14913" y="6953"/>
                      <a:pt x="13201" y="8105"/>
                      <a:pt x="9202" y="8105"/>
                    </a:cubicBezTo>
                    <a:cubicBezTo>
                      <a:pt x="1725" y="8105"/>
                      <a:pt x="13" y="2565"/>
                      <a:pt x="0" y="130"/>
                    </a:cubicBezTo>
                    <a:cubicBezTo>
                      <a:pt x="0" y="30"/>
                      <a:pt x="40" y="0"/>
                      <a:pt x="67" y="0"/>
                    </a:cubicBezTo>
                    <a:cubicBezTo>
                      <a:pt x="241" y="0"/>
                      <a:pt x="976" y="681"/>
                      <a:pt x="3344" y="681"/>
                    </a:cubicBezTo>
                    <a:cubicBezTo>
                      <a:pt x="4561" y="681"/>
                      <a:pt x="5671" y="441"/>
                      <a:pt x="7450" y="441"/>
                    </a:cubicBezTo>
                    <a:cubicBezTo>
                      <a:pt x="11623" y="441"/>
                      <a:pt x="13468" y="2605"/>
                      <a:pt x="16050" y="5360"/>
                    </a:cubicBezTo>
                    <a:cubicBezTo>
                      <a:pt x="17614" y="6091"/>
                      <a:pt x="21333" y="7263"/>
                      <a:pt x="21346" y="10570"/>
                    </a:cubicBezTo>
                    <a:cubicBezTo>
                      <a:pt x="21346" y="13485"/>
                      <a:pt x="17200" y="15108"/>
                      <a:pt x="16210" y="18234"/>
                    </a:cubicBezTo>
                    <a:cubicBezTo>
                      <a:pt x="17802" y="18104"/>
                      <a:pt x="18738" y="15960"/>
                      <a:pt x="20383" y="15960"/>
                    </a:cubicBezTo>
                    <a:cubicBezTo>
                      <a:pt x="21226" y="15960"/>
                      <a:pt x="21600" y="16450"/>
                      <a:pt x="21600" y="17242"/>
                    </a:cubicBezTo>
                    <a:cubicBezTo>
                      <a:pt x="21600" y="18384"/>
                      <a:pt x="20731" y="20107"/>
                      <a:pt x="19059" y="21179"/>
                    </a:cubicBezTo>
                    <a:cubicBezTo>
                      <a:pt x="19099" y="21079"/>
                      <a:pt x="19099" y="20949"/>
                      <a:pt x="19099" y="20788"/>
                    </a:cubicBezTo>
                    <a:cubicBezTo>
                      <a:pt x="19099" y="20057"/>
                      <a:pt x="18711" y="19015"/>
                      <a:pt x="17601" y="19015"/>
                    </a:cubicBezTo>
                    <a:cubicBezTo>
                      <a:pt x="15862" y="19015"/>
                      <a:pt x="15314" y="20428"/>
                      <a:pt x="14338" y="21600"/>
                    </a:cubicBezTo>
                    <a:cubicBezTo>
                      <a:pt x="13321" y="18945"/>
                      <a:pt x="11957" y="16541"/>
                      <a:pt x="9523" y="15088"/>
                    </a:cubicBezTo>
                    <a:cubicBezTo>
                      <a:pt x="7062" y="13605"/>
                      <a:pt x="2809" y="14417"/>
                      <a:pt x="2809" y="11702"/>
                    </a:cubicBezTo>
                    <a:cubicBezTo>
                      <a:pt x="2809" y="10970"/>
                      <a:pt x="3437" y="9928"/>
                      <a:pt x="3437" y="9097"/>
                    </a:cubicBezTo>
                    <a:cubicBezTo>
                      <a:pt x="3437" y="8806"/>
                      <a:pt x="3370" y="8546"/>
                      <a:pt x="3156" y="8345"/>
                    </a:cubicBezTo>
                    <a:cubicBezTo>
                      <a:pt x="6500" y="9287"/>
                      <a:pt x="5323" y="10950"/>
                      <a:pt x="7383" y="12673"/>
                    </a:cubicBezTo>
                    <a:cubicBezTo>
                      <a:pt x="8667" y="13765"/>
                      <a:pt x="12211" y="14807"/>
                      <a:pt x="14271" y="19316"/>
                    </a:cubicBezTo>
                    <a:cubicBezTo>
                      <a:pt x="14311" y="19186"/>
                      <a:pt x="14338" y="18845"/>
                      <a:pt x="14338" y="18614"/>
                    </a:cubicBezTo>
                    <a:cubicBezTo>
                      <a:pt x="14338" y="14757"/>
                      <a:pt x="7517" y="10980"/>
                      <a:pt x="6915" y="9417"/>
                    </a:cubicBezTo>
                    <a:cubicBezTo>
                      <a:pt x="10874" y="9758"/>
                      <a:pt x="11569" y="10479"/>
                      <a:pt x="13455" y="14397"/>
                    </a:cubicBezTo>
                    <a:cubicBezTo>
                      <a:pt x="13843" y="15208"/>
                      <a:pt x="15100" y="17212"/>
                      <a:pt x="15100" y="18204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50" name="Shape">
                <a:extLst>
                  <a:ext uri="{FF2B5EF4-FFF2-40B4-BE49-F238E27FC236}">
                    <a16:creationId xmlns:a16="http://schemas.microsoft.com/office/drawing/2014/main" id="{57215DF0-3554-78CA-BC31-AEC85DE5D8BE}"/>
                  </a:ext>
                </a:extLst>
              </p:cNvPr>
              <p:cNvSpPr/>
              <p:nvPr/>
            </p:nvSpPr>
            <p:spPr>
              <a:xfrm>
                <a:off x="6620656" y="1505583"/>
                <a:ext cx="1706831" cy="13892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601" y="19026"/>
                    </a:moveTo>
                    <a:cubicBezTo>
                      <a:pt x="9989" y="19026"/>
                      <a:pt x="8267" y="17421"/>
                      <a:pt x="8267" y="16592"/>
                    </a:cubicBezTo>
                    <a:cubicBezTo>
                      <a:pt x="8267" y="16187"/>
                      <a:pt x="8496" y="15905"/>
                      <a:pt x="8784" y="15905"/>
                    </a:cubicBezTo>
                    <a:cubicBezTo>
                      <a:pt x="9602" y="15905"/>
                      <a:pt x="11396" y="17456"/>
                      <a:pt x="11998" y="17456"/>
                    </a:cubicBezTo>
                    <a:cubicBezTo>
                      <a:pt x="12142" y="17456"/>
                      <a:pt x="12257" y="17368"/>
                      <a:pt x="12257" y="17086"/>
                    </a:cubicBezTo>
                    <a:cubicBezTo>
                      <a:pt x="12257" y="16257"/>
                      <a:pt x="11625" y="14882"/>
                      <a:pt x="11625" y="14194"/>
                    </a:cubicBezTo>
                    <a:cubicBezTo>
                      <a:pt x="11625" y="14018"/>
                      <a:pt x="11740" y="13877"/>
                      <a:pt x="11955" y="13877"/>
                    </a:cubicBezTo>
                    <a:cubicBezTo>
                      <a:pt x="12960" y="13877"/>
                      <a:pt x="14453" y="14388"/>
                      <a:pt x="15242" y="14371"/>
                    </a:cubicBezTo>
                    <a:cubicBezTo>
                      <a:pt x="15500" y="14371"/>
                      <a:pt x="15572" y="14194"/>
                      <a:pt x="15572" y="14000"/>
                    </a:cubicBezTo>
                    <a:cubicBezTo>
                      <a:pt x="15572" y="12995"/>
                      <a:pt x="13147" y="11020"/>
                      <a:pt x="13147" y="10421"/>
                    </a:cubicBezTo>
                    <a:cubicBezTo>
                      <a:pt x="13147" y="9874"/>
                      <a:pt x="16161" y="9046"/>
                      <a:pt x="16161" y="8164"/>
                    </a:cubicBezTo>
                    <a:cubicBezTo>
                      <a:pt x="16161" y="7247"/>
                      <a:pt x="12056" y="7899"/>
                      <a:pt x="12056" y="7018"/>
                    </a:cubicBezTo>
                    <a:cubicBezTo>
                      <a:pt x="12056" y="6383"/>
                      <a:pt x="12845" y="5272"/>
                      <a:pt x="12845" y="4761"/>
                    </a:cubicBezTo>
                    <a:cubicBezTo>
                      <a:pt x="12845" y="4532"/>
                      <a:pt x="12702" y="4443"/>
                      <a:pt x="12429" y="4443"/>
                    </a:cubicBezTo>
                    <a:cubicBezTo>
                      <a:pt x="12099" y="4443"/>
                      <a:pt x="10305" y="5325"/>
                      <a:pt x="9544" y="5325"/>
                    </a:cubicBezTo>
                    <a:cubicBezTo>
                      <a:pt x="9171" y="5325"/>
                      <a:pt x="8726" y="5237"/>
                      <a:pt x="8726" y="4584"/>
                    </a:cubicBezTo>
                    <a:cubicBezTo>
                      <a:pt x="8726" y="3527"/>
                      <a:pt x="10176" y="2380"/>
                      <a:pt x="12458" y="2380"/>
                    </a:cubicBezTo>
                    <a:cubicBezTo>
                      <a:pt x="16146" y="2380"/>
                      <a:pt x="18356" y="5501"/>
                      <a:pt x="18356" y="10721"/>
                    </a:cubicBezTo>
                    <a:cubicBezTo>
                      <a:pt x="18356" y="17333"/>
                      <a:pt x="14596" y="18990"/>
                      <a:pt x="12572" y="18990"/>
                    </a:cubicBezTo>
                    <a:moveTo>
                      <a:pt x="5310" y="10315"/>
                    </a:moveTo>
                    <a:cubicBezTo>
                      <a:pt x="5310" y="9804"/>
                      <a:pt x="3846" y="8852"/>
                      <a:pt x="3846" y="8305"/>
                    </a:cubicBezTo>
                    <a:cubicBezTo>
                      <a:pt x="3846" y="8217"/>
                      <a:pt x="3918" y="8164"/>
                      <a:pt x="4033" y="8164"/>
                    </a:cubicBezTo>
                    <a:cubicBezTo>
                      <a:pt x="4449" y="8164"/>
                      <a:pt x="5152" y="8340"/>
                      <a:pt x="5712" y="8340"/>
                    </a:cubicBezTo>
                    <a:cubicBezTo>
                      <a:pt x="6200" y="8340"/>
                      <a:pt x="6272" y="5766"/>
                      <a:pt x="6631" y="5766"/>
                    </a:cubicBezTo>
                    <a:cubicBezTo>
                      <a:pt x="6889" y="5766"/>
                      <a:pt x="7334" y="8199"/>
                      <a:pt x="7750" y="8199"/>
                    </a:cubicBezTo>
                    <a:cubicBezTo>
                      <a:pt x="8238" y="8199"/>
                      <a:pt x="9128" y="7512"/>
                      <a:pt x="9501" y="7512"/>
                    </a:cubicBezTo>
                    <a:cubicBezTo>
                      <a:pt x="9573" y="7512"/>
                      <a:pt x="9645" y="7564"/>
                      <a:pt x="9645" y="7653"/>
                    </a:cubicBezTo>
                    <a:cubicBezTo>
                      <a:pt x="9645" y="7970"/>
                      <a:pt x="8712" y="9204"/>
                      <a:pt x="8712" y="9575"/>
                    </a:cubicBezTo>
                    <a:cubicBezTo>
                      <a:pt x="8712" y="9980"/>
                      <a:pt x="10807" y="10491"/>
                      <a:pt x="10807" y="10862"/>
                    </a:cubicBezTo>
                    <a:cubicBezTo>
                      <a:pt x="10807" y="11320"/>
                      <a:pt x="8683" y="11285"/>
                      <a:pt x="8683" y="11690"/>
                    </a:cubicBezTo>
                    <a:cubicBezTo>
                      <a:pt x="8683" y="12008"/>
                      <a:pt x="9472" y="13295"/>
                      <a:pt x="9472" y="13701"/>
                    </a:cubicBezTo>
                    <a:cubicBezTo>
                      <a:pt x="9472" y="13789"/>
                      <a:pt x="9429" y="13842"/>
                      <a:pt x="9358" y="13842"/>
                    </a:cubicBezTo>
                    <a:cubicBezTo>
                      <a:pt x="9056" y="13842"/>
                      <a:pt x="7894" y="13207"/>
                      <a:pt x="7564" y="13207"/>
                    </a:cubicBezTo>
                    <a:cubicBezTo>
                      <a:pt x="7147" y="13207"/>
                      <a:pt x="6487" y="15094"/>
                      <a:pt x="6157" y="15094"/>
                    </a:cubicBezTo>
                    <a:cubicBezTo>
                      <a:pt x="6042" y="15094"/>
                      <a:pt x="5970" y="14917"/>
                      <a:pt x="5970" y="14688"/>
                    </a:cubicBezTo>
                    <a:lnTo>
                      <a:pt x="5899" y="12854"/>
                    </a:lnTo>
                    <a:cubicBezTo>
                      <a:pt x="5899" y="12678"/>
                      <a:pt x="5827" y="12484"/>
                      <a:pt x="5640" y="12484"/>
                    </a:cubicBezTo>
                    <a:cubicBezTo>
                      <a:pt x="5195" y="12484"/>
                      <a:pt x="4334" y="12431"/>
                      <a:pt x="4062" y="12431"/>
                    </a:cubicBezTo>
                    <a:cubicBezTo>
                      <a:pt x="3875" y="12431"/>
                      <a:pt x="3803" y="12378"/>
                      <a:pt x="3803" y="12290"/>
                    </a:cubicBezTo>
                    <a:cubicBezTo>
                      <a:pt x="3803" y="11920"/>
                      <a:pt x="5296" y="10632"/>
                      <a:pt x="5296" y="10315"/>
                    </a:cubicBezTo>
                    <a:moveTo>
                      <a:pt x="4234" y="17844"/>
                    </a:moveTo>
                    <a:cubicBezTo>
                      <a:pt x="4837" y="17844"/>
                      <a:pt x="4951" y="19643"/>
                      <a:pt x="5066" y="20683"/>
                    </a:cubicBezTo>
                    <a:cubicBezTo>
                      <a:pt x="5138" y="21230"/>
                      <a:pt x="5210" y="21283"/>
                      <a:pt x="5396" y="21283"/>
                    </a:cubicBezTo>
                    <a:cubicBezTo>
                      <a:pt x="5841" y="21283"/>
                      <a:pt x="6545" y="19167"/>
                      <a:pt x="7033" y="19167"/>
                    </a:cubicBezTo>
                    <a:cubicBezTo>
                      <a:pt x="7736" y="19167"/>
                      <a:pt x="9645" y="21600"/>
                      <a:pt x="12831" y="21600"/>
                    </a:cubicBezTo>
                    <a:cubicBezTo>
                      <a:pt x="17352" y="21600"/>
                      <a:pt x="21600" y="17686"/>
                      <a:pt x="21600" y="10809"/>
                    </a:cubicBezTo>
                    <a:cubicBezTo>
                      <a:pt x="21600" y="4161"/>
                      <a:pt x="17782" y="264"/>
                      <a:pt x="12515" y="264"/>
                    </a:cubicBezTo>
                    <a:cubicBezTo>
                      <a:pt x="10018" y="264"/>
                      <a:pt x="8181" y="1781"/>
                      <a:pt x="7205" y="1781"/>
                    </a:cubicBezTo>
                    <a:cubicBezTo>
                      <a:pt x="6616" y="1834"/>
                      <a:pt x="5712" y="0"/>
                      <a:pt x="5267" y="0"/>
                    </a:cubicBezTo>
                    <a:cubicBezTo>
                      <a:pt x="5081" y="0"/>
                      <a:pt x="4894" y="458"/>
                      <a:pt x="4894" y="1234"/>
                    </a:cubicBezTo>
                    <a:cubicBezTo>
                      <a:pt x="4894" y="1746"/>
                      <a:pt x="4894" y="3350"/>
                      <a:pt x="4449" y="3350"/>
                    </a:cubicBezTo>
                    <a:cubicBezTo>
                      <a:pt x="3545" y="3350"/>
                      <a:pt x="72" y="194"/>
                      <a:pt x="72" y="1340"/>
                    </a:cubicBezTo>
                    <a:cubicBezTo>
                      <a:pt x="72" y="2398"/>
                      <a:pt x="2397" y="5607"/>
                      <a:pt x="2397" y="6436"/>
                    </a:cubicBezTo>
                    <a:cubicBezTo>
                      <a:pt x="2397" y="7265"/>
                      <a:pt x="115" y="8040"/>
                      <a:pt x="115" y="8587"/>
                    </a:cubicBezTo>
                    <a:cubicBezTo>
                      <a:pt x="115" y="9592"/>
                      <a:pt x="2540" y="9768"/>
                      <a:pt x="2540" y="11056"/>
                    </a:cubicBezTo>
                    <a:cubicBezTo>
                      <a:pt x="2540" y="12343"/>
                      <a:pt x="0" y="13348"/>
                      <a:pt x="0" y="14318"/>
                    </a:cubicBezTo>
                    <a:cubicBezTo>
                      <a:pt x="0" y="15094"/>
                      <a:pt x="2540" y="14547"/>
                      <a:pt x="2540" y="15499"/>
                    </a:cubicBezTo>
                    <a:cubicBezTo>
                      <a:pt x="2540" y="16469"/>
                      <a:pt x="675" y="19678"/>
                      <a:pt x="675" y="20595"/>
                    </a:cubicBezTo>
                    <a:cubicBezTo>
                      <a:pt x="675" y="20824"/>
                      <a:pt x="718" y="20824"/>
                      <a:pt x="861" y="20824"/>
                    </a:cubicBezTo>
                    <a:cubicBezTo>
                      <a:pt x="1564" y="20824"/>
                      <a:pt x="3703" y="17844"/>
                      <a:pt x="4220" y="17844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51" name="Line">
                <a:extLst>
                  <a:ext uri="{FF2B5EF4-FFF2-40B4-BE49-F238E27FC236}">
                    <a16:creationId xmlns:a16="http://schemas.microsoft.com/office/drawing/2014/main" id="{7102B45E-111D-1168-3D51-1A7C1101CAEA}"/>
                  </a:ext>
                </a:extLst>
              </p:cNvPr>
              <p:cNvSpPr/>
              <p:nvPr/>
            </p:nvSpPr>
            <p:spPr>
              <a:xfrm>
                <a:off x="4682467" y="7619551"/>
                <a:ext cx="1249786" cy="9288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269" y="5037"/>
                    </a:moveTo>
                    <a:cubicBezTo>
                      <a:pt x="16269" y="5644"/>
                      <a:pt x="16112" y="6356"/>
                      <a:pt x="15700" y="7042"/>
                    </a:cubicBezTo>
                    <a:cubicBezTo>
                      <a:pt x="15132" y="5670"/>
                      <a:pt x="13564" y="4985"/>
                      <a:pt x="12838" y="4985"/>
                    </a:cubicBezTo>
                    <a:cubicBezTo>
                      <a:pt x="7585" y="4985"/>
                      <a:pt x="9585" y="15218"/>
                      <a:pt x="3979" y="15218"/>
                    </a:cubicBezTo>
                    <a:cubicBezTo>
                      <a:pt x="1627" y="15218"/>
                      <a:pt x="1431" y="14796"/>
                      <a:pt x="568" y="14822"/>
                    </a:cubicBezTo>
                    <a:cubicBezTo>
                      <a:pt x="216" y="14822"/>
                      <a:pt x="0" y="15033"/>
                      <a:pt x="0" y="15429"/>
                    </a:cubicBezTo>
                    <a:cubicBezTo>
                      <a:pt x="0" y="17222"/>
                      <a:pt x="1901" y="21600"/>
                      <a:pt x="7135" y="21600"/>
                    </a:cubicBezTo>
                    <a:cubicBezTo>
                      <a:pt x="12388" y="21600"/>
                      <a:pt x="17445" y="17275"/>
                      <a:pt x="17425" y="11921"/>
                    </a:cubicBezTo>
                    <a:cubicBezTo>
                      <a:pt x="17425" y="11024"/>
                      <a:pt x="17268" y="10075"/>
                      <a:pt x="16955" y="9125"/>
                    </a:cubicBezTo>
                    <a:cubicBezTo>
                      <a:pt x="17151" y="8703"/>
                      <a:pt x="17660" y="8440"/>
                      <a:pt x="18131" y="8440"/>
                    </a:cubicBezTo>
                    <a:cubicBezTo>
                      <a:pt x="18954" y="8440"/>
                      <a:pt x="19405" y="9679"/>
                      <a:pt x="20169" y="9679"/>
                    </a:cubicBezTo>
                    <a:cubicBezTo>
                      <a:pt x="20992" y="9679"/>
                      <a:pt x="21600" y="8862"/>
                      <a:pt x="21600" y="7754"/>
                    </a:cubicBezTo>
                    <a:cubicBezTo>
                      <a:pt x="21600" y="6857"/>
                      <a:pt x="21247" y="6251"/>
                      <a:pt x="20620" y="5829"/>
                    </a:cubicBezTo>
                    <a:cubicBezTo>
                      <a:pt x="21032" y="5407"/>
                      <a:pt x="21326" y="4721"/>
                      <a:pt x="21326" y="3982"/>
                    </a:cubicBezTo>
                    <a:cubicBezTo>
                      <a:pt x="21326" y="2822"/>
                      <a:pt x="20718" y="1714"/>
                      <a:pt x="19699" y="1714"/>
                    </a:cubicBezTo>
                    <a:cubicBezTo>
                      <a:pt x="19248" y="1714"/>
                      <a:pt x="18934" y="1925"/>
                      <a:pt x="18581" y="2400"/>
                    </a:cubicBezTo>
                    <a:cubicBezTo>
                      <a:pt x="18483" y="1160"/>
                      <a:pt x="17974" y="0"/>
                      <a:pt x="16994" y="0"/>
                    </a:cubicBezTo>
                    <a:cubicBezTo>
                      <a:pt x="16229" y="0"/>
                      <a:pt x="15661" y="765"/>
                      <a:pt x="15661" y="1925"/>
                    </a:cubicBezTo>
                    <a:cubicBezTo>
                      <a:pt x="15661" y="3007"/>
                      <a:pt x="16229" y="3903"/>
                      <a:pt x="16229" y="5064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52" name="Shape">
                <a:extLst>
                  <a:ext uri="{FF2B5EF4-FFF2-40B4-BE49-F238E27FC236}">
                    <a16:creationId xmlns:a16="http://schemas.microsoft.com/office/drawing/2014/main" id="{6EE75072-4DDC-1B60-A34C-F7FF9CCF5014}"/>
                  </a:ext>
                </a:extLst>
              </p:cNvPr>
              <p:cNvSpPr/>
              <p:nvPr/>
            </p:nvSpPr>
            <p:spPr>
              <a:xfrm>
                <a:off x="3789917" y="7016207"/>
                <a:ext cx="1239587" cy="10842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0" h="21578" extrusionOk="0">
                    <a:moveTo>
                      <a:pt x="3751" y="5417"/>
                    </a:moveTo>
                    <a:cubicBezTo>
                      <a:pt x="7858" y="6591"/>
                      <a:pt x="9911" y="9096"/>
                      <a:pt x="10326" y="12098"/>
                    </a:cubicBezTo>
                    <a:cubicBezTo>
                      <a:pt x="10741" y="14964"/>
                      <a:pt x="11254" y="17312"/>
                      <a:pt x="12221" y="18485"/>
                    </a:cubicBezTo>
                    <a:cubicBezTo>
                      <a:pt x="13505" y="20133"/>
                      <a:pt x="16032" y="21600"/>
                      <a:pt x="18243" y="21577"/>
                    </a:cubicBezTo>
                    <a:cubicBezTo>
                      <a:pt x="20099" y="21577"/>
                      <a:pt x="21580" y="20878"/>
                      <a:pt x="21580" y="18937"/>
                    </a:cubicBezTo>
                    <a:cubicBezTo>
                      <a:pt x="21580" y="16815"/>
                      <a:pt x="19053" y="12075"/>
                      <a:pt x="15361" y="12075"/>
                    </a:cubicBezTo>
                    <a:cubicBezTo>
                      <a:pt x="15005" y="12075"/>
                      <a:pt x="14531" y="12143"/>
                      <a:pt x="14018" y="12143"/>
                    </a:cubicBezTo>
                    <a:cubicBezTo>
                      <a:pt x="13564" y="12143"/>
                      <a:pt x="12893" y="12030"/>
                      <a:pt x="12478" y="11624"/>
                    </a:cubicBezTo>
                    <a:cubicBezTo>
                      <a:pt x="11649" y="10811"/>
                      <a:pt x="11392" y="6387"/>
                      <a:pt x="9852" y="3747"/>
                    </a:cubicBezTo>
                    <a:cubicBezTo>
                      <a:pt x="8154" y="813"/>
                      <a:pt x="6298" y="0"/>
                      <a:pt x="3791" y="0"/>
                    </a:cubicBezTo>
                    <a:cubicBezTo>
                      <a:pt x="1994" y="0"/>
                      <a:pt x="-20" y="1129"/>
                      <a:pt x="0" y="2754"/>
                    </a:cubicBezTo>
                    <a:cubicBezTo>
                      <a:pt x="0" y="3747"/>
                      <a:pt x="454" y="4446"/>
                      <a:pt x="3751" y="5394"/>
                    </a:cubicBezTo>
                    <a:moveTo>
                      <a:pt x="18105" y="18553"/>
                    </a:moveTo>
                    <a:cubicBezTo>
                      <a:pt x="16565" y="18553"/>
                      <a:pt x="14255" y="16680"/>
                      <a:pt x="14255" y="15619"/>
                    </a:cubicBezTo>
                    <a:cubicBezTo>
                      <a:pt x="14255" y="14739"/>
                      <a:pt x="14966" y="14265"/>
                      <a:pt x="15538" y="14265"/>
                    </a:cubicBezTo>
                    <a:cubicBezTo>
                      <a:pt x="16822" y="14265"/>
                      <a:pt x="19132" y="16093"/>
                      <a:pt x="19132" y="17605"/>
                    </a:cubicBezTo>
                    <a:cubicBezTo>
                      <a:pt x="19132" y="18011"/>
                      <a:pt x="18875" y="18553"/>
                      <a:pt x="18105" y="18553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53" name="Shape">
                <a:extLst>
                  <a:ext uri="{FF2B5EF4-FFF2-40B4-BE49-F238E27FC236}">
                    <a16:creationId xmlns:a16="http://schemas.microsoft.com/office/drawing/2014/main" id="{89B454DF-963A-FB7E-B1DB-9D39027F7A1D}"/>
                  </a:ext>
                </a:extLst>
              </p:cNvPr>
              <p:cNvSpPr/>
              <p:nvPr/>
            </p:nvSpPr>
            <p:spPr>
              <a:xfrm>
                <a:off x="4546374" y="4971413"/>
                <a:ext cx="756451" cy="19620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59" y="7479"/>
                    </a:moveTo>
                    <a:cubicBezTo>
                      <a:pt x="259" y="5394"/>
                      <a:pt x="13051" y="4295"/>
                      <a:pt x="13051" y="1723"/>
                    </a:cubicBezTo>
                    <a:cubicBezTo>
                      <a:pt x="13051" y="1298"/>
                      <a:pt x="12630" y="549"/>
                      <a:pt x="11852" y="0"/>
                    </a:cubicBezTo>
                    <a:cubicBezTo>
                      <a:pt x="16321" y="936"/>
                      <a:pt x="19625" y="2535"/>
                      <a:pt x="19625" y="3833"/>
                    </a:cubicBezTo>
                    <a:cubicBezTo>
                      <a:pt x="19625" y="6080"/>
                      <a:pt x="13569" y="7117"/>
                      <a:pt x="13569" y="8515"/>
                    </a:cubicBezTo>
                    <a:cubicBezTo>
                      <a:pt x="13569" y="10138"/>
                      <a:pt x="20046" y="10400"/>
                      <a:pt x="20078" y="12411"/>
                    </a:cubicBezTo>
                    <a:cubicBezTo>
                      <a:pt x="20078" y="14071"/>
                      <a:pt x="13925" y="15982"/>
                      <a:pt x="13925" y="18129"/>
                    </a:cubicBezTo>
                    <a:cubicBezTo>
                      <a:pt x="13925" y="19790"/>
                      <a:pt x="16969" y="21151"/>
                      <a:pt x="21600" y="21375"/>
                    </a:cubicBezTo>
                    <a:cubicBezTo>
                      <a:pt x="20078" y="21500"/>
                      <a:pt x="18750" y="21600"/>
                      <a:pt x="17293" y="21600"/>
                    </a:cubicBezTo>
                    <a:cubicBezTo>
                      <a:pt x="8776" y="21600"/>
                      <a:pt x="0" y="18916"/>
                      <a:pt x="0" y="15694"/>
                    </a:cubicBezTo>
                    <a:cubicBezTo>
                      <a:pt x="0" y="14109"/>
                      <a:pt x="1749" y="12710"/>
                      <a:pt x="4469" y="11699"/>
                    </a:cubicBezTo>
                    <a:cubicBezTo>
                      <a:pt x="6833" y="12473"/>
                      <a:pt x="9197" y="12997"/>
                      <a:pt x="10719" y="12997"/>
                    </a:cubicBezTo>
                    <a:cubicBezTo>
                      <a:pt x="12079" y="12997"/>
                      <a:pt x="12662" y="12735"/>
                      <a:pt x="12662" y="12348"/>
                    </a:cubicBezTo>
                    <a:cubicBezTo>
                      <a:pt x="12662" y="11150"/>
                      <a:pt x="259" y="10051"/>
                      <a:pt x="259" y="7479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54" name="Line">
                <a:extLst>
                  <a:ext uri="{FF2B5EF4-FFF2-40B4-BE49-F238E27FC236}">
                    <a16:creationId xmlns:a16="http://schemas.microsoft.com/office/drawing/2014/main" id="{8EBBECDA-38E7-1424-C112-B985BFA73171}"/>
                  </a:ext>
                </a:extLst>
              </p:cNvPr>
              <p:cNvSpPr/>
              <p:nvPr/>
            </p:nvSpPr>
            <p:spPr>
              <a:xfrm>
                <a:off x="5348188" y="7059303"/>
                <a:ext cx="322087" cy="3924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40" extrusionOk="0">
                    <a:moveTo>
                      <a:pt x="10115" y="4420"/>
                    </a:moveTo>
                    <a:cubicBezTo>
                      <a:pt x="3346" y="6972"/>
                      <a:pt x="608" y="6536"/>
                      <a:pt x="608" y="12201"/>
                    </a:cubicBezTo>
                    <a:cubicBezTo>
                      <a:pt x="608" y="14317"/>
                      <a:pt x="0" y="17056"/>
                      <a:pt x="0" y="18488"/>
                    </a:cubicBezTo>
                    <a:cubicBezTo>
                      <a:pt x="0" y="20417"/>
                      <a:pt x="380" y="21600"/>
                      <a:pt x="3194" y="21538"/>
                    </a:cubicBezTo>
                    <a:cubicBezTo>
                      <a:pt x="10344" y="21538"/>
                      <a:pt x="21600" y="11640"/>
                      <a:pt x="21600" y="3237"/>
                    </a:cubicBezTo>
                    <a:cubicBezTo>
                      <a:pt x="21600" y="996"/>
                      <a:pt x="20003" y="0"/>
                      <a:pt x="18254" y="0"/>
                    </a:cubicBezTo>
                    <a:cubicBezTo>
                      <a:pt x="16656" y="0"/>
                      <a:pt x="14907" y="2614"/>
                      <a:pt x="10115" y="4357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55" name="Line">
                <a:extLst>
                  <a:ext uri="{FF2B5EF4-FFF2-40B4-BE49-F238E27FC236}">
                    <a16:creationId xmlns:a16="http://schemas.microsoft.com/office/drawing/2014/main" id="{33532002-7628-857F-63D8-694C2009542E}"/>
                  </a:ext>
                </a:extLst>
              </p:cNvPr>
              <p:cNvSpPr/>
              <p:nvPr/>
            </p:nvSpPr>
            <p:spPr>
              <a:xfrm>
                <a:off x="4506681" y="6365230"/>
                <a:ext cx="1322369" cy="12815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005" y="9481"/>
                    </a:moveTo>
                    <a:cubicBezTo>
                      <a:pt x="16005" y="7245"/>
                      <a:pt x="11522" y="7206"/>
                      <a:pt x="11522" y="3823"/>
                    </a:cubicBezTo>
                    <a:cubicBezTo>
                      <a:pt x="11522" y="2982"/>
                      <a:pt x="12060" y="1529"/>
                      <a:pt x="13116" y="0"/>
                    </a:cubicBezTo>
                    <a:cubicBezTo>
                      <a:pt x="13560" y="2581"/>
                      <a:pt x="14561" y="3919"/>
                      <a:pt x="16728" y="4779"/>
                    </a:cubicBezTo>
                    <a:cubicBezTo>
                      <a:pt x="21026" y="6423"/>
                      <a:pt x="21600" y="8908"/>
                      <a:pt x="21600" y="11545"/>
                    </a:cubicBezTo>
                    <a:cubicBezTo>
                      <a:pt x="21600" y="16018"/>
                      <a:pt x="18580" y="21600"/>
                      <a:pt x="10763" y="21600"/>
                    </a:cubicBezTo>
                    <a:cubicBezTo>
                      <a:pt x="4502" y="21600"/>
                      <a:pt x="0" y="15846"/>
                      <a:pt x="0" y="10972"/>
                    </a:cubicBezTo>
                    <a:cubicBezTo>
                      <a:pt x="0" y="9634"/>
                      <a:pt x="333" y="8143"/>
                      <a:pt x="1149" y="8143"/>
                    </a:cubicBezTo>
                    <a:cubicBezTo>
                      <a:pt x="1871" y="8143"/>
                      <a:pt x="2112" y="8736"/>
                      <a:pt x="2686" y="9328"/>
                    </a:cubicBezTo>
                    <a:cubicBezTo>
                      <a:pt x="4854" y="11565"/>
                      <a:pt x="7225" y="12157"/>
                      <a:pt x="10652" y="12157"/>
                    </a:cubicBezTo>
                    <a:cubicBezTo>
                      <a:pt x="13745" y="12157"/>
                      <a:pt x="16005" y="10857"/>
                      <a:pt x="16005" y="9519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56" name="Shape">
                <a:extLst>
                  <a:ext uri="{FF2B5EF4-FFF2-40B4-BE49-F238E27FC236}">
                    <a16:creationId xmlns:a16="http://schemas.microsoft.com/office/drawing/2014/main" id="{961EDFE3-4770-90E3-FA5D-E3F0111FF00B}"/>
                  </a:ext>
                </a:extLst>
              </p:cNvPr>
              <p:cNvSpPr/>
              <p:nvPr/>
            </p:nvSpPr>
            <p:spPr>
              <a:xfrm>
                <a:off x="2843880" y="6615152"/>
                <a:ext cx="869702" cy="7729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01" h="20823" extrusionOk="0">
                    <a:moveTo>
                      <a:pt x="13432" y="10193"/>
                    </a:moveTo>
                    <a:cubicBezTo>
                      <a:pt x="13598" y="11843"/>
                      <a:pt x="12552" y="13340"/>
                      <a:pt x="11039" y="13554"/>
                    </a:cubicBezTo>
                    <a:cubicBezTo>
                      <a:pt x="9553" y="13737"/>
                      <a:pt x="8177" y="12576"/>
                      <a:pt x="8012" y="10896"/>
                    </a:cubicBezTo>
                    <a:cubicBezTo>
                      <a:pt x="7847" y="9246"/>
                      <a:pt x="8892" y="7718"/>
                      <a:pt x="10406" y="7535"/>
                    </a:cubicBezTo>
                    <a:cubicBezTo>
                      <a:pt x="11892" y="7352"/>
                      <a:pt x="13240" y="8543"/>
                      <a:pt x="13432" y="10193"/>
                    </a:cubicBezTo>
                    <a:moveTo>
                      <a:pt x="60" y="13309"/>
                    </a:moveTo>
                    <a:cubicBezTo>
                      <a:pt x="362" y="16028"/>
                      <a:pt x="2646" y="18075"/>
                      <a:pt x="5233" y="17770"/>
                    </a:cubicBezTo>
                    <a:cubicBezTo>
                      <a:pt x="6168" y="17648"/>
                      <a:pt x="7021" y="17373"/>
                      <a:pt x="7599" y="16975"/>
                    </a:cubicBezTo>
                    <a:cubicBezTo>
                      <a:pt x="8177" y="19511"/>
                      <a:pt x="10103" y="21161"/>
                      <a:pt x="12690" y="20764"/>
                    </a:cubicBezTo>
                    <a:cubicBezTo>
                      <a:pt x="15331" y="20367"/>
                      <a:pt x="17120" y="18075"/>
                      <a:pt x="16817" y="15142"/>
                    </a:cubicBezTo>
                    <a:cubicBezTo>
                      <a:pt x="16734" y="14348"/>
                      <a:pt x="16597" y="13859"/>
                      <a:pt x="16377" y="13309"/>
                    </a:cubicBezTo>
                    <a:cubicBezTo>
                      <a:pt x="16377" y="13309"/>
                      <a:pt x="16734" y="13279"/>
                      <a:pt x="16982" y="13218"/>
                    </a:cubicBezTo>
                    <a:cubicBezTo>
                      <a:pt x="19568" y="12668"/>
                      <a:pt x="21302" y="10376"/>
                      <a:pt x="21082" y="7596"/>
                    </a:cubicBezTo>
                    <a:cubicBezTo>
                      <a:pt x="20807" y="4724"/>
                      <a:pt x="18468" y="2616"/>
                      <a:pt x="16074" y="2952"/>
                    </a:cubicBezTo>
                    <a:cubicBezTo>
                      <a:pt x="15138" y="3074"/>
                      <a:pt x="14285" y="3472"/>
                      <a:pt x="13708" y="4022"/>
                    </a:cubicBezTo>
                    <a:cubicBezTo>
                      <a:pt x="13047" y="1639"/>
                      <a:pt x="11039" y="-439"/>
                      <a:pt x="8287" y="80"/>
                    </a:cubicBezTo>
                    <a:cubicBezTo>
                      <a:pt x="5811" y="539"/>
                      <a:pt x="4160" y="2891"/>
                      <a:pt x="4407" y="5855"/>
                    </a:cubicBezTo>
                    <a:cubicBezTo>
                      <a:pt x="4435" y="6343"/>
                      <a:pt x="4545" y="6893"/>
                      <a:pt x="4765" y="7443"/>
                    </a:cubicBezTo>
                    <a:cubicBezTo>
                      <a:pt x="4765" y="7443"/>
                      <a:pt x="4352" y="7504"/>
                      <a:pt x="4050" y="7566"/>
                    </a:cubicBezTo>
                    <a:cubicBezTo>
                      <a:pt x="1958" y="7902"/>
                      <a:pt x="-298" y="10254"/>
                      <a:pt x="32" y="1334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57" name="Shape">
                <a:extLst>
                  <a:ext uri="{FF2B5EF4-FFF2-40B4-BE49-F238E27FC236}">
                    <a16:creationId xmlns:a16="http://schemas.microsoft.com/office/drawing/2014/main" id="{817357FE-9C04-9457-DDD6-70E18603F1E0}"/>
                  </a:ext>
                </a:extLst>
              </p:cNvPr>
              <p:cNvSpPr/>
              <p:nvPr/>
            </p:nvSpPr>
            <p:spPr>
              <a:xfrm>
                <a:off x="1266668" y="10127826"/>
                <a:ext cx="9687409" cy="20757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5" h="21510" extrusionOk="0">
                    <a:moveTo>
                      <a:pt x="8662" y="18666"/>
                    </a:moveTo>
                    <a:cubicBezTo>
                      <a:pt x="8847" y="18666"/>
                      <a:pt x="9168" y="18396"/>
                      <a:pt x="9420" y="16539"/>
                    </a:cubicBezTo>
                    <a:cubicBezTo>
                      <a:pt x="9279" y="15046"/>
                      <a:pt x="9180" y="12050"/>
                      <a:pt x="9168" y="10957"/>
                    </a:cubicBezTo>
                    <a:cubicBezTo>
                      <a:pt x="9102" y="5375"/>
                      <a:pt x="9572" y="133"/>
                      <a:pt x="10077" y="4"/>
                    </a:cubicBezTo>
                    <a:cubicBezTo>
                      <a:pt x="10449" y="-90"/>
                      <a:pt x="10745" y="1555"/>
                      <a:pt x="10775" y="4199"/>
                    </a:cubicBezTo>
                    <a:cubicBezTo>
                      <a:pt x="10856" y="11157"/>
                      <a:pt x="10355" y="14048"/>
                      <a:pt x="10103" y="16539"/>
                    </a:cubicBezTo>
                    <a:cubicBezTo>
                      <a:pt x="10143" y="17514"/>
                      <a:pt x="10494" y="19171"/>
                      <a:pt x="10830" y="19183"/>
                    </a:cubicBezTo>
                    <a:cubicBezTo>
                      <a:pt x="10954" y="19183"/>
                      <a:pt x="11103" y="18901"/>
                      <a:pt x="11141" y="18666"/>
                    </a:cubicBezTo>
                    <a:cubicBezTo>
                      <a:pt x="11116" y="18266"/>
                      <a:pt x="11093" y="17749"/>
                      <a:pt x="11093" y="16997"/>
                    </a:cubicBezTo>
                    <a:cubicBezTo>
                      <a:pt x="11098" y="12966"/>
                      <a:pt x="11662" y="9582"/>
                      <a:pt x="12144" y="9594"/>
                    </a:cubicBezTo>
                    <a:cubicBezTo>
                      <a:pt x="12529" y="9594"/>
                      <a:pt x="12748" y="11967"/>
                      <a:pt x="12746" y="13530"/>
                    </a:cubicBezTo>
                    <a:cubicBezTo>
                      <a:pt x="12743" y="15376"/>
                      <a:pt x="12407" y="16856"/>
                      <a:pt x="11909" y="18290"/>
                    </a:cubicBezTo>
                    <a:cubicBezTo>
                      <a:pt x="11995" y="18690"/>
                      <a:pt x="12155" y="18983"/>
                      <a:pt x="12294" y="18995"/>
                    </a:cubicBezTo>
                    <a:cubicBezTo>
                      <a:pt x="12999" y="19019"/>
                      <a:pt x="13375" y="15058"/>
                      <a:pt x="13653" y="11427"/>
                    </a:cubicBezTo>
                    <a:cubicBezTo>
                      <a:pt x="13704" y="10734"/>
                      <a:pt x="13792" y="9758"/>
                      <a:pt x="13964" y="9770"/>
                    </a:cubicBezTo>
                    <a:cubicBezTo>
                      <a:pt x="14262" y="9770"/>
                      <a:pt x="14373" y="18878"/>
                      <a:pt x="14866" y="18889"/>
                    </a:cubicBezTo>
                    <a:cubicBezTo>
                      <a:pt x="15078" y="18889"/>
                      <a:pt x="15253" y="16880"/>
                      <a:pt x="15255" y="15328"/>
                    </a:cubicBezTo>
                    <a:cubicBezTo>
                      <a:pt x="15255" y="14177"/>
                      <a:pt x="15169" y="14059"/>
                      <a:pt x="15172" y="12391"/>
                    </a:cubicBezTo>
                    <a:cubicBezTo>
                      <a:pt x="15172" y="10545"/>
                      <a:pt x="15386" y="9006"/>
                      <a:pt x="15672" y="9006"/>
                    </a:cubicBezTo>
                    <a:cubicBezTo>
                      <a:pt x="15846" y="9006"/>
                      <a:pt x="15907" y="9817"/>
                      <a:pt x="15905" y="10792"/>
                    </a:cubicBezTo>
                    <a:cubicBezTo>
                      <a:pt x="15899" y="14482"/>
                      <a:pt x="15321" y="21310"/>
                      <a:pt x="14479" y="21287"/>
                    </a:cubicBezTo>
                    <a:cubicBezTo>
                      <a:pt x="13848" y="21263"/>
                      <a:pt x="13903" y="16198"/>
                      <a:pt x="13681" y="16198"/>
                    </a:cubicBezTo>
                    <a:cubicBezTo>
                      <a:pt x="13433" y="16198"/>
                      <a:pt x="13079" y="21310"/>
                      <a:pt x="11854" y="21275"/>
                    </a:cubicBezTo>
                    <a:cubicBezTo>
                      <a:pt x="11654" y="21275"/>
                      <a:pt x="11445" y="20805"/>
                      <a:pt x="11273" y="19876"/>
                    </a:cubicBezTo>
                    <a:cubicBezTo>
                      <a:pt x="10975" y="20793"/>
                      <a:pt x="10727" y="21193"/>
                      <a:pt x="10441" y="21181"/>
                    </a:cubicBezTo>
                    <a:cubicBezTo>
                      <a:pt x="9984" y="21169"/>
                      <a:pt x="9789" y="18972"/>
                      <a:pt x="9602" y="18972"/>
                    </a:cubicBezTo>
                    <a:cubicBezTo>
                      <a:pt x="9380" y="18972"/>
                      <a:pt x="9130" y="21204"/>
                      <a:pt x="8384" y="21181"/>
                    </a:cubicBezTo>
                    <a:cubicBezTo>
                      <a:pt x="7791" y="21169"/>
                      <a:pt x="7697" y="17479"/>
                      <a:pt x="7485" y="17467"/>
                    </a:cubicBezTo>
                    <a:cubicBezTo>
                      <a:pt x="7298" y="17467"/>
                      <a:pt x="7010" y="21134"/>
                      <a:pt x="6699" y="21122"/>
                    </a:cubicBezTo>
                    <a:cubicBezTo>
                      <a:pt x="6178" y="21110"/>
                      <a:pt x="6077" y="14717"/>
                      <a:pt x="5617" y="14706"/>
                    </a:cubicBezTo>
                    <a:cubicBezTo>
                      <a:pt x="5259" y="14706"/>
                      <a:pt x="4114" y="21157"/>
                      <a:pt x="3808" y="20993"/>
                    </a:cubicBezTo>
                    <a:cubicBezTo>
                      <a:pt x="3684" y="20934"/>
                      <a:pt x="3634" y="20499"/>
                      <a:pt x="3646" y="19923"/>
                    </a:cubicBezTo>
                    <a:cubicBezTo>
                      <a:pt x="3664" y="19124"/>
                      <a:pt x="3816" y="16997"/>
                      <a:pt x="3876" y="15987"/>
                    </a:cubicBezTo>
                    <a:cubicBezTo>
                      <a:pt x="3980" y="14236"/>
                      <a:pt x="4074" y="12320"/>
                      <a:pt x="4127" y="11709"/>
                    </a:cubicBezTo>
                    <a:cubicBezTo>
                      <a:pt x="4177" y="11098"/>
                      <a:pt x="4316" y="10651"/>
                      <a:pt x="4427" y="10710"/>
                    </a:cubicBezTo>
                    <a:cubicBezTo>
                      <a:pt x="4483" y="10734"/>
                      <a:pt x="4498" y="11215"/>
                      <a:pt x="4516" y="11615"/>
                    </a:cubicBezTo>
                    <a:cubicBezTo>
                      <a:pt x="4576" y="13037"/>
                      <a:pt x="4662" y="14494"/>
                      <a:pt x="4761" y="14494"/>
                    </a:cubicBezTo>
                    <a:cubicBezTo>
                      <a:pt x="4935" y="14494"/>
                      <a:pt x="5516" y="9394"/>
                      <a:pt x="5850" y="9406"/>
                    </a:cubicBezTo>
                    <a:cubicBezTo>
                      <a:pt x="6259" y="9417"/>
                      <a:pt x="6297" y="17479"/>
                      <a:pt x="6853" y="17503"/>
                    </a:cubicBezTo>
                    <a:cubicBezTo>
                      <a:pt x="7040" y="17503"/>
                      <a:pt x="7177" y="16480"/>
                      <a:pt x="7303" y="15211"/>
                    </a:cubicBezTo>
                    <a:cubicBezTo>
                      <a:pt x="7318" y="13072"/>
                      <a:pt x="7447" y="10040"/>
                      <a:pt x="7818" y="10052"/>
                    </a:cubicBezTo>
                    <a:cubicBezTo>
                      <a:pt x="8079" y="10052"/>
                      <a:pt x="8200" y="12767"/>
                      <a:pt x="8010" y="15129"/>
                    </a:cubicBezTo>
                    <a:cubicBezTo>
                      <a:pt x="8008" y="17949"/>
                      <a:pt x="8402" y="18654"/>
                      <a:pt x="8662" y="18654"/>
                    </a:cubicBezTo>
                    <a:moveTo>
                      <a:pt x="18575" y="12050"/>
                    </a:moveTo>
                    <a:cubicBezTo>
                      <a:pt x="18419" y="15011"/>
                      <a:pt x="17946" y="19348"/>
                      <a:pt x="17254" y="19324"/>
                    </a:cubicBezTo>
                    <a:cubicBezTo>
                      <a:pt x="17092" y="19324"/>
                      <a:pt x="16809" y="19019"/>
                      <a:pt x="16809" y="18278"/>
                    </a:cubicBezTo>
                    <a:cubicBezTo>
                      <a:pt x="16809" y="17467"/>
                      <a:pt x="17901" y="17397"/>
                      <a:pt x="17906" y="13530"/>
                    </a:cubicBezTo>
                    <a:cubicBezTo>
                      <a:pt x="17906" y="12097"/>
                      <a:pt x="17625" y="10064"/>
                      <a:pt x="17206" y="10052"/>
                    </a:cubicBezTo>
                    <a:cubicBezTo>
                      <a:pt x="16650" y="10040"/>
                      <a:pt x="16102" y="12849"/>
                      <a:pt x="16097" y="16762"/>
                    </a:cubicBezTo>
                    <a:cubicBezTo>
                      <a:pt x="16092" y="20276"/>
                      <a:pt x="16559" y="21439"/>
                      <a:pt x="17029" y="21451"/>
                    </a:cubicBezTo>
                    <a:cubicBezTo>
                      <a:pt x="17848" y="21475"/>
                      <a:pt x="18346" y="18384"/>
                      <a:pt x="18608" y="15799"/>
                    </a:cubicBezTo>
                    <a:cubicBezTo>
                      <a:pt x="18730" y="17526"/>
                      <a:pt x="18798" y="21510"/>
                      <a:pt x="19109" y="21510"/>
                    </a:cubicBezTo>
                    <a:cubicBezTo>
                      <a:pt x="19232" y="21510"/>
                      <a:pt x="19321" y="21228"/>
                      <a:pt x="19470" y="19677"/>
                    </a:cubicBezTo>
                    <a:cubicBezTo>
                      <a:pt x="19846" y="15822"/>
                      <a:pt x="20210" y="11403"/>
                      <a:pt x="20706" y="11415"/>
                    </a:cubicBezTo>
                    <a:cubicBezTo>
                      <a:pt x="20890" y="11415"/>
                      <a:pt x="20779" y="12978"/>
                      <a:pt x="21224" y="12990"/>
                    </a:cubicBezTo>
                    <a:cubicBezTo>
                      <a:pt x="21433" y="12990"/>
                      <a:pt x="21582" y="12191"/>
                      <a:pt x="21585" y="11262"/>
                    </a:cubicBezTo>
                    <a:cubicBezTo>
                      <a:pt x="21585" y="9934"/>
                      <a:pt x="21330" y="8900"/>
                      <a:pt x="20933" y="8888"/>
                    </a:cubicBezTo>
                    <a:cubicBezTo>
                      <a:pt x="19768" y="8853"/>
                      <a:pt x="19510" y="16962"/>
                      <a:pt x="19326" y="16962"/>
                    </a:cubicBezTo>
                    <a:cubicBezTo>
                      <a:pt x="19015" y="16962"/>
                      <a:pt x="19124" y="10451"/>
                      <a:pt x="18901" y="10440"/>
                    </a:cubicBezTo>
                    <a:cubicBezTo>
                      <a:pt x="18704" y="10440"/>
                      <a:pt x="18603" y="11533"/>
                      <a:pt x="18578" y="12038"/>
                    </a:cubicBezTo>
                    <a:moveTo>
                      <a:pt x="10371" y="5751"/>
                    </a:moveTo>
                    <a:cubicBezTo>
                      <a:pt x="10350" y="4141"/>
                      <a:pt x="10270" y="3412"/>
                      <a:pt x="10083" y="3459"/>
                    </a:cubicBezTo>
                    <a:cubicBezTo>
                      <a:pt x="9835" y="3518"/>
                      <a:pt x="9716" y="7126"/>
                      <a:pt x="9762" y="10922"/>
                    </a:cubicBezTo>
                    <a:cubicBezTo>
                      <a:pt x="9789" y="13401"/>
                      <a:pt x="9868" y="13777"/>
                      <a:pt x="9944" y="13754"/>
                    </a:cubicBezTo>
                    <a:cubicBezTo>
                      <a:pt x="10080" y="13718"/>
                      <a:pt x="10414" y="9312"/>
                      <a:pt x="10371" y="5739"/>
                    </a:cubicBezTo>
                    <a:moveTo>
                      <a:pt x="8362" y="2307"/>
                    </a:moveTo>
                    <a:cubicBezTo>
                      <a:pt x="8347" y="1379"/>
                      <a:pt x="8190" y="744"/>
                      <a:pt x="7980" y="744"/>
                    </a:cubicBezTo>
                    <a:cubicBezTo>
                      <a:pt x="7745" y="744"/>
                      <a:pt x="7523" y="1873"/>
                      <a:pt x="7543" y="3318"/>
                    </a:cubicBezTo>
                    <a:cubicBezTo>
                      <a:pt x="7556" y="4270"/>
                      <a:pt x="7677" y="5057"/>
                      <a:pt x="7912" y="5057"/>
                    </a:cubicBezTo>
                    <a:cubicBezTo>
                      <a:pt x="8182" y="5057"/>
                      <a:pt x="8384" y="3635"/>
                      <a:pt x="8359" y="2307"/>
                    </a:cubicBezTo>
                    <a:moveTo>
                      <a:pt x="12198" y="14165"/>
                    </a:moveTo>
                    <a:cubicBezTo>
                      <a:pt x="12198" y="13190"/>
                      <a:pt x="12089" y="12379"/>
                      <a:pt x="11952" y="12379"/>
                    </a:cubicBezTo>
                    <a:cubicBezTo>
                      <a:pt x="11839" y="12379"/>
                      <a:pt x="11581" y="12943"/>
                      <a:pt x="11578" y="14788"/>
                    </a:cubicBezTo>
                    <a:cubicBezTo>
                      <a:pt x="11578" y="16233"/>
                      <a:pt x="11687" y="16915"/>
                      <a:pt x="11735" y="17221"/>
                    </a:cubicBezTo>
                    <a:cubicBezTo>
                      <a:pt x="12094" y="16715"/>
                      <a:pt x="12195" y="15328"/>
                      <a:pt x="12198" y="14177"/>
                    </a:cubicBezTo>
                    <a:moveTo>
                      <a:pt x="17042" y="12355"/>
                    </a:moveTo>
                    <a:cubicBezTo>
                      <a:pt x="17302" y="12355"/>
                      <a:pt x="17375" y="13801"/>
                      <a:pt x="17312" y="14659"/>
                    </a:cubicBezTo>
                    <a:cubicBezTo>
                      <a:pt x="17249" y="15517"/>
                      <a:pt x="17024" y="16492"/>
                      <a:pt x="16678" y="16774"/>
                    </a:cubicBezTo>
                    <a:cubicBezTo>
                      <a:pt x="16604" y="15904"/>
                      <a:pt x="16572" y="12344"/>
                      <a:pt x="17042" y="12355"/>
                    </a:cubicBezTo>
                    <a:moveTo>
                      <a:pt x="2790" y="7843"/>
                    </a:moveTo>
                    <a:cubicBezTo>
                      <a:pt x="2754" y="7314"/>
                      <a:pt x="2653" y="6139"/>
                      <a:pt x="2626" y="5269"/>
                    </a:cubicBezTo>
                    <a:cubicBezTo>
                      <a:pt x="2567" y="3342"/>
                      <a:pt x="2785" y="2084"/>
                      <a:pt x="2982" y="1802"/>
                    </a:cubicBezTo>
                    <a:cubicBezTo>
                      <a:pt x="3204" y="1520"/>
                      <a:pt x="3293" y="2037"/>
                      <a:pt x="3376" y="3259"/>
                    </a:cubicBezTo>
                    <a:cubicBezTo>
                      <a:pt x="3485" y="5104"/>
                      <a:pt x="3495" y="7525"/>
                      <a:pt x="3452" y="10980"/>
                    </a:cubicBezTo>
                    <a:cubicBezTo>
                      <a:pt x="3396" y="15705"/>
                      <a:pt x="2881" y="21392"/>
                      <a:pt x="1617" y="21228"/>
                    </a:cubicBezTo>
                    <a:cubicBezTo>
                      <a:pt x="528" y="21087"/>
                      <a:pt x="51" y="17785"/>
                      <a:pt x="5" y="12778"/>
                    </a:cubicBezTo>
                    <a:cubicBezTo>
                      <a:pt x="-15" y="10416"/>
                      <a:pt x="23" y="8054"/>
                      <a:pt x="240" y="4728"/>
                    </a:cubicBezTo>
                    <a:cubicBezTo>
                      <a:pt x="354" y="2942"/>
                      <a:pt x="455" y="2307"/>
                      <a:pt x="801" y="1978"/>
                    </a:cubicBezTo>
                    <a:cubicBezTo>
                      <a:pt x="1074" y="1755"/>
                      <a:pt x="1046" y="3071"/>
                      <a:pt x="983" y="4634"/>
                    </a:cubicBezTo>
                    <a:cubicBezTo>
                      <a:pt x="844" y="8078"/>
                      <a:pt x="778" y="9746"/>
                      <a:pt x="821" y="13671"/>
                    </a:cubicBezTo>
                    <a:cubicBezTo>
                      <a:pt x="864" y="17820"/>
                      <a:pt x="1271" y="19442"/>
                      <a:pt x="1718" y="19453"/>
                    </a:cubicBezTo>
                    <a:cubicBezTo>
                      <a:pt x="2388" y="19536"/>
                      <a:pt x="2686" y="16950"/>
                      <a:pt x="2818" y="13213"/>
                    </a:cubicBezTo>
                    <a:cubicBezTo>
                      <a:pt x="2921" y="10228"/>
                      <a:pt x="2848" y="8783"/>
                      <a:pt x="2787" y="7866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</p:grpSp>
      </p:grpSp>
      <p:pic>
        <p:nvPicPr>
          <p:cNvPr id="21" name="Unilever Logo: Script" descr="The blue unilever script logo">
            <a:extLst>
              <a:ext uri="{FF2B5EF4-FFF2-40B4-BE49-F238E27FC236}">
                <a16:creationId xmlns:a16="http://schemas.microsoft.com/office/drawing/2014/main" id="{681D9A6F-902E-5F67-D647-5879EE3D23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4195" y="1503553"/>
            <a:ext cx="3190039" cy="685498"/>
          </a:xfrm>
          <a:prstGeom prst="rect">
            <a:avLst/>
          </a:prstGeom>
        </p:spPr>
      </p:pic>
      <p:sp>
        <p:nvSpPr>
          <p:cNvPr id="160" name="Header: Auroras">
            <a:extLst>
              <a:ext uri="{FF2B5EF4-FFF2-40B4-BE49-F238E27FC236}">
                <a16:creationId xmlns:a16="http://schemas.microsoft.com/office/drawing/2014/main" id="{8E755BDC-B971-9669-7603-7AC52C6E950A}"/>
              </a:ext>
            </a:extLst>
          </p:cNvPr>
          <p:cNvSpPr txBox="1">
            <a:spLocks/>
          </p:cNvSpPr>
          <p:nvPr/>
        </p:nvSpPr>
        <p:spPr>
          <a:xfrm>
            <a:off x="2761736" y="3084323"/>
            <a:ext cx="1965434" cy="1928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lang="en-GB" sz="1150" b="1" i="0" kern="800" spc="5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None/>
              <a:tabLst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spc="0">
                <a:latin typeface="Unilever Desire" pitchFamily="2" charset="77"/>
              </a:rPr>
              <a:t>AURORA BACKGROUND</a:t>
            </a:r>
          </a:p>
        </p:txBody>
      </p:sp>
      <p:pic>
        <p:nvPicPr>
          <p:cNvPr id="22" name="Picture 21" descr="A blue and white blurry background&#10;&#10;AI-generated content may be incorrect.">
            <a:extLst>
              <a:ext uri="{FF2B5EF4-FFF2-40B4-BE49-F238E27FC236}">
                <a16:creationId xmlns:a16="http://schemas.microsoft.com/office/drawing/2014/main" id="{BA94D5D9-F16B-B4ED-2B6B-3C0CDC6758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1371" y="3499520"/>
            <a:ext cx="2476525" cy="1393046"/>
          </a:xfrm>
          <a:prstGeom prst="rect">
            <a:avLst/>
          </a:prstGeom>
        </p:spPr>
      </p:pic>
      <p:pic>
        <p:nvPicPr>
          <p:cNvPr id="23" name="Picture 22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84B89C6B-DFE5-932A-66C1-A79330E8F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1371" y="5064289"/>
            <a:ext cx="2476525" cy="1393046"/>
          </a:xfrm>
          <a:prstGeom prst="rect">
            <a:avLst/>
          </a:prstGeom>
        </p:spPr>
      </p:pic>
      <p:pic>
        <p:nvPicPr>
          <p:cNvPr id="25" name="Picture 24" descr="A blue and white gradient&#10;&#10;AI-generated content may be incorrect.">
            <a:extLst>
              <a:ext uri="{FF2B5EF4-FFF2-40B4-BE49-F238E27FC236}">
                <a16:creationId xmlns:a16="http://schemas.microsoft.com/office/drawing/2014/main" id="{992985C8-9B8F-98DC-4011-6C9801FDCC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3184" y="5064290"/>
            <a:ext cx="2476525" cy="1393046"/>
          </a:xfrm>
          <a:prstGeom prst="rect">
            <a:avLst/>
          </a:prstGeom>
        </p:spPr>
      </p:pic>
      <p:pic>
        <p:nvPicPr>
          <p:cNvPr id="29" name="Picture 28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A9EB5981-F64D-8D5F-FD6C-922E52C4A4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4997" y="3499518"/>
            <a:ext cx="2476525" cy="1393046"/>
          </a:xfrm>
          <a:prstGeom prst="rect">
            <a:avLst/>
          </a:prstGeom>
        </p:spPr>
      </p:pic>
      <p:pic>
        <p:nvPicPr>
          <p:cNvPr id="159" name="Picture 158" descr="A blue and white gradient&#10;&#10;AI-generated content may be incorrect.">
            <a:extLst>
              <a:ext uri="{FF2B5EF4-FFF2-40B4-BE49-F238E27FC236}">
                <a16:creationId xmlns:a16="http://schemas.microsoft.com/office/drawing/2014/main" id="{DB29F073-9A40-2C8F-FA45-495D4E6DD7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4997" y="5064288"/>
            <a:ext cx="2476525" cy="1393046"/>
          </a:xfrm>
          <a:prstGeom prst="rect">
            <a:avLst/>
          </a:prstGeom>
        </p:spPr>
      </p:pic>
      <p:pic>
        <p:nvPicPr>
          <p:cNvPr id="162" name="Picture 161" descr="A blue and white gradient&#10;&#10;AI-generated content may be incorrect.">
            <a:extLst>
              <a:ext uri="{FF2B5EF4-FFF2-40B4-BE49-F238E27FC236}">
                <a16:creationId xmlns:a16="http://schemas.microsoft.com/office/drawing/2014/main" id="{96CBD669-D80C-6417-A587-62565BD9D3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3184" y="3499519"/>
            <a:ext cx="2476525" cy="139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44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6FEB0-FB0B-496D-057F-3AF84AE9B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7822590-7B7F-4D5A-B6FF-D586572DBA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926" y="-443802"/>
            <a:ext cx="6097836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b="0" kern="1200">
                <a:solidFill>
                  <a:schemeClr val="tx1"/>
                </a:solidFill>
                <a:latin typeface="+mn-lt"/>
              </a:rPr>
              <a:t>Toolkit: Design Elements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929C233-62FF-35C7-3CF7-B4F243F36A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A81C49F-4514-B440-9310-1C2F3B5561BD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161" name="Section Topic">
            <a:extLst>
              <a:ext uri="{FF2B5EF4-FFF2-40B4-BE49-F238E27FC236}">
                <a16:creationId xmlns:a16="http://schemas.microsoft.com/office/drawing/2014/main" id="{7B66E6AF-88EC-3B9C-8502-53C63B05794B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TOOLKIT ▸ DESIGN ELEMENTS</a:t>
            </a:r>
          </a:p>
        </p:txBody>
      </p:sp>
      <p:sp>
        <p:nvSpPr>
          <p:cNvPr id="30" name="Header: Buttons">
            <a:extLst>
              <a:ext uri="{FF2B5EF4-FFF2-40B4-BE49-F238E27FC236}">
                <a16:creationId xmlns:a16="http://schemas.microsoft.com/office/drawing/2014/main" id="{66C591E1-1AA8-1C88-8842-6FF3EB9DF6BA}"/>
              </a:ext>
            </a:extLst>
          </p:cNvPr>
          <p:cNvSpPr txBox="1">
            <a:spLocks/>
          </p:cNvSpPr>
          <p:nvPr/>
        </p:nvSpPr>
        <p:spPr>
          <a:xfrm>
            <a:off x="365377" y="1146521"/>
            <a:ext cx="1692672" cy="25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lang="en-GB" sz="1150" b="1" i="0" kern="800" spc="5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None/>
              <a:tabLst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spc="0">
                <a:latin typeface="Unilever Desire" pitchFamily="2" charset="77"/>
              </a:rPr>
              <a:t>BUTTONS</a:t>
            </a:r>
          </a:p>
        </p:txBody>
      </p:sp>
      <p:sp>
        <p:nvSpPr>
          <p:cNvPr id="5" name="Highlight Points">
            <a:extLst>
              <a:ext uri="{FF2B5EF4-FFF2-40B4-BE49-F238E27FC236}">
                <a16:creationId xmlns:a16="http://schemas.microsoft.com/office/drawing/2014/main" id="{229F2D38-95CF-47A7-FF5A-B5137D2E4874}"/>
              </a:ext>
            </a:extLst>
          </p:cNvPr>
          <p:cNvSpPr/>
          <p:nvPr/>
        </p:nvSpPr>
        <p:spPr>
          <a:xfrm rot="5400000">
            <a:off x="1049516" y="898114"/>
            <a:ext cx="313004" cy="162524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12186" cap="flat">
            <a:solidFill>
              <a:schemeClr val="accent2"/>
            </a:solidFill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accent2"/>
                </a:solidFill>
                <a:latin typeface="Unilever Desire Semi Bold" pitchFamily="2" charset="77"/>
              </a:rPr>
              <a:t>Beauty &amp; Wellbeing</a:t>
            </a:r>
          </a:p>
        </p:txBody>
      </p:sp>
      <p:sp>
        <p:nvSpPr>
          <p:cNvPr id="4" name="Highlight Points">
            <a:extLst>
              <a:ext uri="{FF2B5EF4-FFF2-40B4-BE49-F238E27FC236}">
                <a16:creationId xmlns:a16="http://schemas.microsoft.com/office/drawing/2014/main" id="{CE32BAC7-595D-12D6-F7EC-5655C434EADA}"/>
              </a:ext>
            </a:extLst>
          </p:cNvPr>
          <p:cNvSpPr/>
          <p:nvPr/>
        </p:nvSpPr>
        <p:spPr>
          <a:xfrm rot="5400000">
            <a:off x="1049515" y="1325964"/>
            <a:ext cx="313004" cy="16252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 w="12186" cap="flat">
            <a:noFill/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bg1"/>
                </a:solidFill>
                <a:latin typeface="Unilever Desire Semi Bold" pitchFamily="2" charset="77"/>
              </a:rPr>
              <a:t>Beauty &amp; Wellbeing</a:t>
            </a:r>
          </a:p>
        </p:txBody>
      </p:sp>
      <p:sp>
        <p:nvSpPr>
          <p:cNvPr id="12" name="Highlight Points">
            <a:extLst>
              <a:ext uri="{FF2B5EF4-FFF2-40B4-BE49-F238E27FC236}">
                <a16:creationId xmlns:a16="http://schemas.microsoft.com/office/drawing/2014/main" id="{F09B33B5-6B7D-584D-F6EB-7E6EDE0C4B3E}"/>
              </a:ext>
            </a:extLst>
          </p:cNvPr>
          <p:cNvSpPr/>
          <p:nvPr/>
        </p:nvSpPr>
        <p:spPr>
          <a:xfrm rot="5400000">
            <a:off x="857010" y="2091646"/>
            <a:ext cx="313004" cy="124023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12186" cap="flat">
            <a:solidFill>
              <a:schemeClr val="accent3"/>
            </a:solidFill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accent3"/>
                </a:solidFill>
                <a:latin typeface="Unilever Desire Semi Bold" pitchFamily="2" charset="77"/>
              </a:rPr>
              <a:t>Personal Care</a:t>
            </a:r>
          </a:p>
        </p:txBody>
      </p:sp>
      <p:sp>
        <p:nvSpPr>
          <p:cNvPr id="11" name="Highlight Points">
            <a:extLst>
              <a:ext uri="{FF2B5EF4-FFF2-40B4-BE49-F238E27FC236}">
                <a16:creationId xmlns:a16="http://schemas.microsoft.com/office/drawing/2014/main" id="{21CD7F64-5D61-2750-C8AA-B658772D73AA}"/>
              </a:ext>
            </a:extLst>
          </p:cNvPr>
          <p:cNvSpPr/>
          <p:nvPr/>
        </p:nvSpPr>
        <p:spPr>
          <a:xfrm rot="5400000">
            <a:off x="857011" y="2519500"/>
            <a:ext cx="313006" cy="12402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 w="12186" cap="flat">
            <a:noFill/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bg1"/>
                </a:solidFill>
                <a:latin typeface="Unilever Desire Semi Bold" pitchFamily="2" charset="77"/>
              </a:rPr>
              <a:t>Personal Care</a:t>
            </a:r>
          </a:p>
        </p:txBody>
      </p:sp>
      <p:sp>
        <p:nvSpPr>
          <p:cNvPr id="14" name="Highlight Points">
            <a:extLst>
              <a:ext uri="{FF2B5EF4-FFF2-40B4-BE49-F238E27FC236}">
                <a16:creationId xmlns:a16="http://schemas.microsoft.com/office/drawing/2014/main" id="{32D54376-A412-6D9B-8F85-7BA254396ABB}"/>
              </a:ext>
            </a:extLst>
          </p:cNvPr>
          <p:cNvSpPr/>
          <p:nvPr/>
        </p:nvSpPr>
        <p:spPr>
          <a:xfrm rot="5400000">
            <a:off x="770383" y="3179300"/>
            <a:ext cx="313004" cy="106697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12186" cap="flat">
            <a:solidFill>
              <a:schemeClr val="accent4"/>
            </a:solidFill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accent4"/>
                </a:solidFill>
                <a:latin typeface="Unilever Desire Semi Bold" pitchFamily="2" charset="77"/>
              </a:rPr>
              <a:t>Home Care</a:t>
            </a:r>
          </a:p>
        </p:txBody>
      </p:sp>
      <p:sp>
        <p:nvSpPr>
          <p:cNvPr id="13" name="Highlight Points">
            <a:extLst>
              <a:ext uri="{FF2B5EF4-FFF2-40B4-BE49-F238E27FC236}">
                <a16:creationId xmlns:a16="http://schemas.microsoft.com/office/drawing/2014/main" id="{3DD6C522-7979-0B16-A1FA-C090308E9CD7}"/>
              </a:ext>
            </a:extLst>
          </p:cNvPr>
          <p:cNvSpPr/>
          <p:nvPr/>
        </p:nvSpPr>
        <p:spPr>
          <a:xfrm rot="5400000">
            <a:off x="770384" y="3607154"/>
            <a:ext cx="313006" cy="106697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 w="12186" cap="flat">
            <a:noFill/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bg1"/>
                </a:solidFill>
                <a:latin typeface="Unilever Desire Semi Bold" pitchFamily="2" charset="77"/>
              </a:rPr>
              <a:t>Home Care</a:t>
            </a:r>
          </a:p>
        </p:txBody>
      </p:sp>
      <p:sp>
        <p:nvSpPr>
          <p:cNvPr id="16" name="Highlight Points">
            <a:extLst>
              <a:ext uri="{FF2B5EF4-FFF2-40B4-BE49-F238E27FC236}">
                <a16:creationId xmlns:a16="http://schemas.microsoft.com/office/drawing/2014/main" id="{5C9F4857-A19D-882F-D54B-8CEFD166C45F}"/>
              </a:ext>
            </a:extLst>
          </p:cNvPr>
          <p:cNvSpPr/>
          <p:nvPr/>
        </p:nvSpPr>
        <p:spPr>
          <a:xfrm rot="5400000">
            <a:off x="577878" y="4372837"/>
            <a:ext cx="313006" cy="68196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12186" cap="flat">
            <a:solidFill>
              <a:schemeClr val="accent5"/>
            </a:solidFill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accent5"/>
                </a:solidFill>
                <a:latin typeface="Unilever Desire Semi Bold" pitchFamily="2" charset="77"/>
              </a:rPr>
              <a:t>Food</a:t>
            </a:r>
          </a:p>
        </p:txBody>
      </p:sp>
      <p:sp>
        <p:nvSpPr>
          <p:cNvPr id="15" name="Highlight Points">
            <a:extLst>
              <a:ext uri="{FF2B5EF4-FFF2-40B4-BE49-F238E27FC236}">
                <a16:creationId xmlns:a16="http://schemas.microsoft.com/office/drawing/2014/main" id="{DC003728-4E76-F5F6-8CC9-1FA8D5E9AE3E}"/>
              </a:ext>
            </a:extLst>
          </p:cNvPr>
          <p:cNvSpPr/>
          <p:nvPr/>
        </p:nvSpPr>
        <p:spPr>
          <a:xfrm rot="5400000">
            <a:off x="577878" y="4800689"/>
            <a:ext cx="313006" cy="68196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 w="12186" cap="flat">
            <a:noFill/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bg1"/>
                </a:solidFill>
                <a:latin typeface="Unilever Desire Semi Bold" pitchFamily="2" charset="77"/>
              </a:rPr>
              <a:t>Food</a:t>
            </a:r>
          </a:p>
        </p:txBody>
      </p:sp>
      <p:sp>
        <p:nvSpPr>
          <p:cNvPr id="18" name="Highlight Points">
            <a:extLst>
              <a:ext uri="{FF2B5EF4-FFF2-40B4-BE49-F238E27FC236}">
                <a16:creationId xmlns:a16="http://schemas.microsoft.com/office/drawing/2014/main" id="{98BCB7C4-1BB6-EC73-8AC6-3D0EE23E4769}"/>
              </a:ext>
            </a:extLst>
          </p:cNvPr>
          <p:cNvSpPr/>
          <p:nvPr/>
        </p:nvSpPr>
        <p:spPr>
          <a:xfrm rot="5400000">
            <a:off x="736695" y="5215048"/>
            <a:ext cx="313006" cy="9996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12186" cap="flat">
            <a:solidFill>
              <a:schemeClr val="accent6"/>
            </a:solidFill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accent6"/>
                </a:solidFill>
                <a:latin typeface="Unilever Desire Semi Bold" pitchFamily="2" charset="77"/>
              </a:rPr>
              <a:t>Ice Cream</a:t>
            </a:r>
          </a:p>
        </p:txBody>
      </p:sp>
      <p:sp>
        <p:nvSpPr>
          <p:cNvPr id="17" name="Highlight Points">
            <a:extLst>
              <a:ext uri="{FF2B5EF4-FFF2-40B4-BE49-F238E27FC236}">
                <a16:creationId xmlns:a16="http://schemas.microsoft.com/office/drawing/2014/main" id="{C4FA8B00-4E83-6083-B418-60B4F297D721}"/>
              </a:ext>
            </a:extLst>
          </p:cNvPr>
          <p:cNvSpPr/>
          <p:nvPr/>
        </p:nvSpPr>
        <p:spPr>
          <a:xfrm rot="5400000">
            <a:off x="736695" y="5642897"/>
            <a:ext cx="313004" cy="99960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A5700"/>
          </a:solidFill>
          <a:ln w="12186" cap="flat">
            <a:noFill/>
            <a:prstDash val="solid"/>
            <a:miter/>
          </a:ln>
        </p:spPr>
        <p:txBody>
          <a:bodyPr vert="vert270" lIns="36000" tIns="36000" rIns="0" bIns="108000" rtlCol="0" anchor="ctr"/>
          <a:lstStyle/>
          <a:p>
            <a:pPr algn="l"/>
            <a:r>
              <a:rPr lang="en-GB" sz="1000" b="1" spc="40">
                <a:solidFill>
                  <a:schemeClr val="bg1"/>
                </a:solidFill>
                <a:latin typeface="Unilever Desire Semi Bold" pitchFamily="2" charset="77"/>
              </a:rPr>
              <a:t>Ice Cream</a:t>
            </a:r>
          </a:p>
        </p:txBody>
      </p:sp>
      <p:sp>
        <p:nvSpPr>
          <p:cNvPr id="31" name="Header: Logos">
            <a:extLst>
              <a:ext uri="{FF2B5EF4-FFF2-40B4-BE49-F238E27FC236}">
                <a16:creationId xmlns:a16="http://schemas.microsoft.com/office/drawing/2014/main" id="{FE985B4C-AD58-3624-31D2-A2D82F637C39}"/>
              </a:ext>
            </a:extLst>
          </p:cNvPr>
          <p:cNvSpPr txBox="1">
            <a:spLocks/>
          </p:cNvSpPr>
          <p:nvPr/>
        </p:nvSpPr>
        <p:spPr>
          <a:xfrm>
            <a:off x="2761736" y="1146521"/>
            <a:ext cx="1692672" cy="25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lang="en-GB" sz="1150" b="1" i="0" kern="800" spc="5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None/>
              <a:tabLst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spc="0">
                <a:latin typeface="Unilever Desire" pitchFamily="2" charset="77"/>
              </a:rPr>
              <a:t>LOGOS</a:t>
            </a:r>
          </a:p>
        </p:txBody>
      </p:sp>
      <p:sp>
        <p:nvSpPr>
          <p:cNvPr id="7" name="U Logo: Fill" descr="A blue U icon">
            <a:extLst>
              <a:ext uri="{FF2B5EF4-FFF2-40B4-BE49-F238E27FC236}">
                <a16:creationId xmlns:a16="http://schemas.microsoft.com/office/drawing/2014/main" id="{AF708A5D-EE87-18E4-0F2F-6A17B9AFFE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21371" y="1557419"/>
            <a:ext cx="658412" cy="691066"/>
          </a:xfrm>
          <a:custGeom>
            <a:avLst/>
            <a:gdLst>
              <a:gd name="connsiteX0" fmla="*/ 0 w 3830698"/>
              <a:gd name="connsiteY0" fmla="*/ 8557 h 4020676"/>
              <a:gd name="connsiteX1" fmla="*/ 7616 w 3830698"/>
              <a:gd name="connsiteY1" fmla="*/ 2309346 h 4020676"/>
              <a:gd name="connsiteX2" fmla="*/ 1909637 w 3830698"/>
              <a:gd name="connsiteY2" fmla="*/ 4020677 h 4020676"/>
              <a:gd name="connsiteX3" fmla="*/ 3830698 w 3830698"/>
              <a:gd name="connsiteY3" fmla="*/ 2296986 h 4020676"/>
              <a:gd name="connsiteX4" fmla="*/ 3823083 w 3830698"/>
              <a:gd name="connsiteY4" fmla="*/ 0 h 4020676"/>
              <a:gd name="connsiteX5" fmla="*/ 2236161 w 3830698"/>
              <a:gd name="connsiteY5" fmla="*/ 0 h 4020676"/>
              <a:gd name="connsiteX6" fmla="*/ 2236161 w 3830698"/>
              <a:gd name="connsiteY6" fmla="*/ 2307445 h 4020676"/>
              <a:gd name="connsiteX7" fmla="*/ 1906782 w 3830698"/>
              <a:gd name="connsiteY7" fmla="*/ 2619287 h 4020676"/>
              <a:gd name="connsiteX8" fmla="*/ 1586922 w 3830698"/>
              <a:gd name="connsiteY8" fmla="*/ 2311247 h 4020676"/>
              <a:gd name="connsiteX9" fmla="*/ 1586922 w 3830698"/>
              <a:gd name="connsiteY9" fmla="*/ 5704 h 4020676"/>
              <a:gd name="connsiteX10" fmla="*/ 952 w 3830698"/>
              <a:gd name="connsiteY10" fmla="*/ 7606 h 4020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30698" h="4020676">
                <a:moveTo>
                  <a:pt x="0" y="8557"/>
                </a:moveTo>
                <a:lnTo>
                  <a:pt x="7616" y="2309346"/>
                </a:lnTo>
                <a:cubicBezTo>
                  <a:pt x="7616" y="2309346"/>
                  <a:pt x="10472" y="4020677"/>
                  <a:pt x="1909637" y="4020677"/>
                </a:cubicBezTo>
                <a:cubicBezTo>
                  <a:pt x="3808803" y="4020677"/>
                  <a:pt x="3830698" y="2296986"/>
                  <a:pt x="3830698" y="2296986"/>
                </a:cubicBezTo>
                <a:lnTo>
                  <a:pt x="3823083" y="0"/>
                </a:lnTo>
                <a:lnTo>
                  <a:pt x="2236161" y="0"/>
                </a:lnTo>
                <a:lnTo>
                  <a:pt x="2236161" y="2307445"/>
                </a:lnTo>
                <a:cubicBezTo>
                  <a:pt x="2236161" y="2307445"/>
                  <a:pt x="2219977" y="2619287"/>
                  <a:pt x="1906782" y="2619287"/>
                </a:cubicBezTo>
                <a:cubicBezTo>
                  <a:pt x="1593586" y="2619287"/>
                  <a:pt x="1586922" y="2311247"/>
                  <a:pt x="1586922" y="2311247"/>
                </a:cubicBezTo>
                <a:lnTo>
                  <a:pt x="1586922" y="5704"/>
                </a:lnTo>
                <a:lnTo>
                  <a:pt x="952" y="7606"/>
                </a:lnTo>
                <a:close/>
              </a:path>
            </a:pathLst>
          </a:custGeom>
          <a:solidFill>
            <a:schemeClr val="tx2"/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GB" b="1">
              <a:latin typeface="Unilever Desire Semi Bold" pitchFamily="2" charset="77"/>
            </a:endParaRPr>
          </a:p>
        </p:txBody>
      </p:sp>
      <p:sp>
        <p:nvSpPr>
          <p:cNvPr id="8" name="U Logo: Outline" descr="An earth U icon">
            <a:extLst>
              <a:ext uri="{FF2B5EF4-FFF2-40B4-BE49-F238E27FC236}">
                <a16:creationId xmlns:a16="http://schemas.microsoft.com/office/drawing/2014/main" id="{6BDC4E95-B0C8-4E31-9C04-10A53164236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725671" y="1581258"/>
            <a:ext cx="658412" cy="691066"/>
          </a:xfrm>
          <a:custGeom>
            <a:avLst/>
            <a:gdLst>
              <a:gd name="connsiteX0" fmla="*/ 0 w 3830698"/>
              <a:gd name="connsiteY0" fmla="*/ 8557 h 4020676"/>
              <a:gd name="connsiteX1" fmla="*/ 7616 w 3830698"/>
              <a:gd name="connsiteY1" fmla="*/ 2309346 h 4020676"/>
              <a:gd name="connsiteX2" fmla="*/ 1909637 w 3830698"/>
              <a:gd name="connsiteY2" fmla="*/ 4020677 h 4020676"/>
              <a:gd name="connsiteX3" fmla="*/ 3830698 w 3830698"/>
              <a:gd name="connsiteY3" fmla="*/ 2296986 h 4020676"/>
              <a:gd name="connsiteX4" fmla="*/ 3823083 w 3830698"/>
              <a:gd name="connsiteY4" fmla="*/ 0 h 4020676"/>
              <a:gd name="connsiteX5" fmla="*/ 2236161 w 3830698"/>
              <a:gd name="connsiteY5" fmla="*/ 0 h 4020676"/>
              <a:gd name="connsiteX6" fmla="*/ 2236161 w 3830698"/>
              <a:gd name="connsiteY6" fmla="*/ 2307445 h 4020676"/>
              <a:gd name="connsiteX7" fmla="*/ 1906782 w 3830698"/>
              <a:gd name="connsiteY7" fmla="*/ 2619287 h 4020676"/>
              <a:gd name="connsiteX8" fmla="*/ 1586922 w 3830698"/>
              <a:gd name="connsiteY8" fmla="*/ 2311247 h 4020676"/>
              <a:gd name="connsiteX9" fmla="*/ 1586922 w 3830698"/>
              <a:gd name="connsiteY9" fmla="*/ 5704 h 4020676"/>
              <a:gd name="connsiteX10" fmla="*/ 952 w 3830698"/>
              <a:gd name="connsiteY10" fmla="*/ 7606 h 4020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30698" h="4020676">
                <a:moveTo>
                  <a:pt x="0" y="8557"/>
                </a:moveTo>
                <a:lnTo>
                  <a:pt x="7616" y="2309346"/>
                </a:lnTo>
                <a:cubicBezTo>
                  <a:pt x="7616" y="2309346"/>
                  <a:pt x="10472" y="4020677"/>
                  <a:pt x="1909637" y="4020677"/>
                </a:cubicBezTo>
                <a:cubicBezTo>
                  <a:pt x="3808803" y="4020677"/>
                  <a:pt x="3830698" y="2296986"/>
                  <a:pt x="3830698" y="2296986"/>
                </a:cubicBezTo>
                <a:lnTo>
                  <a:pt x="3823083" y="0"/>
                </a:lnTo>
                <a:lnTo>
                  <a:pt x="2236161" y="0"/>
                </a:lnTo>
                <a:lnTo>
                  <a:pt x="2236161" y="2307445"/>
                </a:lnTo>
                <a:cubicBezTo>
                  <a:pt x="2236161" y="2307445"/>
                  <a:pt x="2219977" y="2619287"/>
                  <a:pt x="1906782" y="2619287"/>
                </a:cubicBezTo>
                <a:cubicBezTo>
                  <a:pt x="1593586" y="2619287"/>
                  <a:pt x="1586922" y="2311247"/>
                  <a:pt x="1586922" y="2311247"/>
                </a:cubicBezTo>
                <a:lnTo>
                  <a:pt x="1586922" y="5704"/>
                </a:lnTo>
                <a:lnTo>
                  <a:pt x="952" y="7606"/>
                </a:lnTo>
                <a:close/>
              </a:path>
            </a:pathLst>
          </a:custGeom>
          <a:solidFill>
            <a:schemeClr val="bg1"/>
          </a:solidFill>
          <a:ln w="190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GB" b="1">
              <a:latin typeface="Unilever Desire Semi Bold" pitchFamily="2" charset="77"/>
            </a:endParaRPr>
          </a:p>
        </p:txBody>
      </p:sp>
      <p:pic>
        <p:nvPicPr>
          <p:cNvPr id="6" name="U Logo: Window" descr="Solid blue fill U icon">
            <a:extLst>
              <a:ext uri="{FF2B5EF4-FFF2-40B4-BE49-F238E27FC236}">
                <a16:creationId xmlns:a16="http://schemas.microsoft.com/office/drawing/2014/main" id="{9BEE4885-A01B-E404-74E6-8F8CAB7E41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3754" y="1581257"/>
            <a:ext cx="657610" cy="691066"/>
          </a:xfrm>
          <a:prstGeom prst="rect">
            <a:avLst/>
          </a:prstGeom>
        </p:spPr>
      </p:pic>
      <p:grpSp>
        <p:nvGrpSpPr>
          <p:cNvPr id="32" name="Unilever Logo: Blue" descr="The blue unilever logo, with blue wordmark, on a white background">
            <a:extLst>
              <a:ext uri="{FF2B5EF4-FFF2-40B4-BE49-F238E27FC236}">
                <a16:creationId xmlns:a16="http://schemas.microsoft.com/office/drawing/2014/main" id="{7B614075-5FC3-DF9E-9FFD-2EEC8F41FDF4}"/>
              </a:ext>
            </a:extLst>
          </p:cNvPr>
          <p:cNvGrpSpPr/>
          <p:nvPr/>
        </p:nvGrpSpPr>
        <p:grpSpPr>
          <a:xfrm>
            <a:off x="5803324" y="1575990"/>
            <a:ext cx="635321" cy="701599"/>
            <a:chOff x="1266668" y="1505583"/>
            <a:chExt cx="9687409" cy="10698029"/>
          </a:xfrm>
          <a:solidFill>
            <a:schemeClr val="tx2"/>
          </a:solidFill>
        </p:grpSpPr>
        <p:sp>
          <p:nvSpPr>
            <p:cNvPr id="33" name="Line">
              <a:extLst>
                <a:ext uri="{FF2B5EF4-FFF2-40B4-BE49-F238E27FC236}">
                  <a16:creationId xmlns:a16="http://schemas.microsoft.com/office/drawing/2014/main" id="{BEA05669-0B18-BAD9-E5B3-F8F0C5F4B43E}"/>
                </a:ext>
              </a:extLst>
            </p:cNvPr>
            <p:cNvSpPr/>
            <p:nvPr/>
          </p:nvSpPr>
          <p:spPr>
            <a:xfrm>
              <a:off x="8835565" y="2919814"/>
              <a:ext cx="587469" cy="3198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81" y="21523"/>
                  </a:moveTo>
                  <a:cubicBezTo>
                    <a:pt x="5880" y="21523"/>
                    <a:pt x="3669" y="21523"/>
                    <a:pt x="2502" y="17157"/>
                  </a:cubicBezTo>
                  <a:cubicBezTo>
                    <a:pt x="1501" y="13557"/>
                    <a:pt x="1835" y="7813"/>
                    <a:pt x="0" y="5209"/>
                  </a:cubicBezTo>
                  <a:cubicBezTo>
                    <a:pt x="1835" y="6204"/>
                    <a:pt x="3795" y="6204"/>
                    <a:pt x="5337" y="6204"/>
                  </a:cubicBezTo>
                  <a:cubicBezTo>
                    <a:pt x="10216" y="6204"/>
                    <a:pt x="14886" y="0"/>
                    <a:pt x="18473" y="0"/>
                  </a:cubicBezTo>
                  <a:cubicBezTo>
                    <a:pt x="20849" y="0"/>
                    <a:pt x="21600" y="2757"/>
                    <a:pt x="21600" y="5591"/>
                  </a:cubicBezTo>
                  <a:cubicBezTo>
                    <a:pt x="21600" y="14400"/>
                    <a:pt x="11968" y="21523"/>
                    <a:pt x="7422" y="216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34" name="Line">
              <a:extLst>
                <a:ext uri="{FF2B5EF4-FFF2-40B4-BE49-F238E27FC236}">
                  <a16:creationId xmlns:a16="http://schemas.microsoft.com/office/drawing/2014/main" id="{50143116-709D-734C-03F8-9819191E72BA}"/>
                </a:ext>
              </a:extLst>
            </p:cNvPr>
            <p:cNvSpPr/>
            <p:nvPr/>
          </p:nvSpPr>
          <p:spPr>
            <a:xfrm>
              <a:off x="8904746" y="2914143"/>
              <a:ext cx="782538" cy="657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9" h="21600" extrusionOk="0">
                  <a:moveTo>
                    <a:pt x="5408" y="21600"/>
                  </a:moveTo>
                  <a:cubicBezTo>
                    <a:pt x="13848" y="21600"/>
                    <a:pt x="21600" y="13556"/>
                    <a:pt x="21569" y="6480"/>
                  </a:cubicBezTo>
                  <a:cubicBezTo>
                    <a:pt x="21569" y="3166"/>
                    <a:pt x="20256" y="484"/>
                    <a:pt x="16911" y="0"/>
                  </a:cubicBezTo>
                  <a:cubicBezTo>
                    <a:pt x="17474" y="857"/>
                    <a:pt x="17724" y="1564"/>
                    <a:pt x="17724" y="3091"/>
                  </a:cubicBezTo>
                  <a:cubicBezTo>
                    <a:pt x="17724" y="8417"/>
                    <a:pt x="10909" y="14338"/>
                    <a:pt x="3501" y="14338"/>
                  </a:cubicBezTo>
                  <a:cubicBezTo>
                    <a:pt x="813" y="14338"/>
                    <a:pt x="0" y="16572"/>
                    <a:pt x="0" y="17727"/>
                  </a:cubicBezTo>
                  <a:cubicBezTo>
                    <a:pt x="0" y="20446"/>
                    <a:pt x="2188" y="21600"/>
                    <a:pt x="5377" y="216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35" name="Line">
              <a:extLst>
                <a:ext uri="{FF2B5EF4-FFF2-40B4-BE49-F238E27FC236}">
                  <a16:creationId xmlns:a16="http://schemas.microsoft.com/office/drawing/2014/main" id="{11A0FB43-53EF-B87F-1F0D-21EB7FEE5C40}"/>
                </a:ext>
              </a:extLst>
            </p:cNvPr>
            <p:cNvSpPr/>
            <p:nvPr/>
          </p:nvSpPr>
          <p:spPr>
            <a:xfrm>
              <a:off x="9077130" y="3376859"/>
              <a:ext cx="685276" cy="967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6" h="21403" extrusionOk="0">
                  <a:moveTo>
                    <a:pt x="35" y="7049"/>
                  </a:moveTo>
                  <a:cubicBezTo>
                    <a:pt x="1235" y="13246"/>
                    <a:pt x="14471" y="21600"/>
                    <a:pt x="18035" y="21399"/>
                  </a:cubicBezTo>
                  <a:cubicBezTo>
                    <a:pt x="20435" y="21249"/>
                    <a:pt x="21353" y="13296"/>
                    <a:pt x="21318" y="7049"/>
                  </a:cubicBezTo>
                  <a:cubicBezTo>
                    <a:pt x="21318" y="3462"/>
                    <a:pt x="21600" y="652"/>
                    <a:pt x="18918" y="0"/>
                  </a:cubicBezTo>
                  <a:cubicBezTo>
                    <a:pt x="14682" y="6071"/>
                    <a:pt x="3600" y="7325"/>
                    <a:pt x="0" y="7075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36" name="Line">
              <a:extLst>
                <a:ext uri="{FF2B5EF4-FFF2-40B4-BE49-F238E27FC236}">
                  <a16:creationId xmlns:a16="http://schemas.microsoft.com/office/drawing/2014/main" id="{A7B7B5BC-CB3D-B483-E6EC-28E9EF1B5FB4}"/>
                </a:ext>
              </a:extLst>
            </p:cNvPr>
            <p:cNvSpPr/>
            <p:nvPr/>
          </p:nvSpPr>
          <p:spPr>
            <a:xfrm>
              <a:off x="2187433" y="4881818"/>
              <a:ext cx="1145449" cy="28953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5" y="5043"/>
                  </a:moveTo>
                  <a:cubicBezTo>
                    <a:pt x="6587" y="5043"/>
                    <a:pt x="6202" y="465"/>
                    <a:pt x="9260" y="457"/>
                  </a:cubicBezTo>
                  <a:cubicBezTo>
                    <a:pt x="9987" y="457"/>
                    <a:pt x="10201" y="745"/>
                    <a:pt x="10201" y="1100"/>
                  </a:cubicBezTo>
                  <a:cubicBezTo>
                    <a:pt x="10201" y="2132"/>
                    <a:pt x="8918" y="3655"/>
                    <a:pt x="8918" y="4493"/>
                  </a:cubicBezTo>
                  <a:cubicBezTo>
                    <a:pt x="8918" y="4907"/>
                    <a:pt x="9196" y="5043"/>
                    <a:pt x="9709" y="5043"/>
                  </a:cubicBezTo>
                  <a:cubicBezTo>
                    <a:pt x="11057" y="5043"/>
                    <a:pt x="13366" y="0"/>
                    <a:pt x="15655" y="0"/>
                  </a:cubicBezTo>
                  <a:cubicBezTo>
                    <a:pt x="16382" y="0"/>
                    <a:pt x="16703" y="288"/>
                    <a:pt x="16703" y="575"/>
                  </a:cubicBezTo>
                  <a:cubicBezTo>
                    <a:pt x="16703" y="1633"/>
                    <a:pt x="13324" y="4670"/>
                    <a:pt x="13324" y="5533"/>
                  </a:cubicBezTo>
                  <a:cubicBezTo>
                    <a:pt x="13324" y="5669"/>
                    <a:pt x="13430" y="5779"/>
                    <a:pt x="13709" y="5779"/>
                  </a:cubicBezTo>
                  <a:cubicBezTo>
                    <a:pt x="15099" y="5779"/>
                    <a:pt x="17879" y="3401"/>
                    <a:pt x="18756" y="2208"/>
                  </a:cubicBezTo>
                  <a:cubicBezTo>
                    <a:pt x="19248" y="1591"/>
                    <a:pt x="19932" y="1261"/>
                    <a:pt x="20531" y="1261"/>
                  </a:cubicBezTo>
                  <a:cubicBezTo>
                    <a:pt x="21087" y="1261"/>
                    <a:pt x="21579" y="1506"/>
                    <a:pt x="21600" y="2014"/>
                  </a:cubicBezTo>
                  <a:cubicBezTo>
                    <a:pt x="21600" y="3198"/>
                    <a:pt x="18820" y="5999"/>
                    <a:pt x="16382" y="7868"/>
                  </a:cubicBezTo>
                  <a:cubicBezTo>
                    <a:pt x="14500" y="9324"/>
                    <a:pt x="11549" y="11413"/>
                    <a:pt x="11549" y="12581"/>
                  </a:cubicBezTo>
                  <a:cubicBezTo>
                    <a:pt x="11549" y="13173"/>
                    <a:pt x="11827" y="13791"/>
                    <a:pt x="14008" y="14535"/>
                  </a:cubicBezTo>
                  <a:cubicBezTo>
                    <a:pt x="10436" y="14451"/>
                    <a:pt x="9004" y="14315"/>
                    <a:pt x="7656" y="13216"/>
                  </a:cubicBezTo>
                  <a:cubicBezTo>
                    <a:pt x="1711" y="17911"/>
                    <a:pt x="18627" y="17437"/>
                    <a:pt x="12853" y="21600"/>
                  </a:cubicBezTo>
                  <a:cubicBezTo>
                    <a:pt x="11784" y="20855"/>
                    <a:pt x="3443" y="20086"/>
                    <a:pt x="3443" y="15728"/>
                  </a:cubicBezTo>
                  <a:cubicBezTo>
                    <a:pt x="3443" y="11963"/>
                    <a:pt x="11784" y="9764"/>
                    <a:pt x="11762" y="8198"/>
                  </a:cubicBezTo>
                  <a:cubicBezTo>
                    <a:pt x="11762" y="7894"/>
                    <a:pt x="11484" y="7623"/>
                    <a:pt x="10757" y="7386"/>
                  </a:cubicBezTo>
                  <a:cubicBezTo>
                    <a:pt x="8918" y="6769"/>
                    <a:pt x="8854" y="6261"/>
                    <a:pt x="7421" y="6261"/>
                  </a:cubicBezTo>
                  <a:cubicBezTo>
                    <a:pt x="6373" y="6261"/>
                    <a:pt x="5090" y="7234"/>
                    <a:pt x="6416" y="8088"/>
                  </a:cubicBezTo>
                  <a:cubicBezTo>
                    <a:pt x="6865" y="8376"/>
                    <a:pt x="7250" y="8554"/>
                    <a:pt x="7250" y="8816"/>
                  </a:cubicBezTo>
                  <a:cubicBezTo>
                    <a:pt x="7250" y="9434"/>
                    <a:pt x="4812" y="11083"/>
                    <a:pt x="3080" y="11083"/>
                  </a:cubicBezTo>
                  <a:cubicBezTo>
                    <a:pt x="1347" y="11083"/>
                    <a:pt x="21" y="9391"/>
                    <a:pt x="0" y="6659"/>
                  </a:cubicBezTo>
                  <a:cubicBezTo>
                    <a:pt x="0" y="4239"/>
                    <a:pt x="1369" y="1794"/>
                    <a:pt x="3101" y="1794"/>
                  </a:cubicBezTo>
                  <a:cubicBezTo>
                    <a:pt x="3593" y="1794"/>
                    <a:pt x="3764" y="1929"/>
                    <a:pt x="3764" y="2098"/>
                  </a:cubicBezTo>
                  <a:cubicBezTo>
                    <a:pt x="3764" y="2386"/>
                    <a:pt x="3550" y="2953"/>
                    <a:pt x="3550" y="3926"/>
                  </a:cubicBezTo>
                  <a:cubicBezTo>
                    <a:pt x="3550" y="4958"/>
                    <a:pt x="4170" y="5051"/>
                    <a:pt x="4662" y="5051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37" name="Line">
              <a:extLst>
                <a:ext uri="{FF2B5EF4-FFF2-40B4-BE49-F238E27FC236}">
                  <a16:creationId xmlns:a16="http://schemas.microsoft.com/office/drawing/2014/main" id="{0A0CBB9C-616F-5519-8C80-A54D47D889D0}"/>
                </a:ext>
              </a:extLst>
            </p:cNvPr>
            <p:cNvSpPr/>
            <p:nvPr/>
          </p:nvSpPr>
          <p:spPr>
            <a:xfrm>
              <a:off x="3031208" y="4988424"/>
              <a:ext cx="1312162" cy="1879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614" y="16477"/>
                  </a:moveTo>
                  <a:cubicBezTo>
                    <a:pt x="4649" y="16477"/>
                    <a:pt x="6347" y="15421"/>
                    <a:pt x="6347" y="13088"/>
                  </a:cubicBezTo>
                  <a:lnTo>
                    <a:pt x="6347" y="9620"/>
                  </a:lnTo>
                  <a:cubicBezTo>
                    <a:pt x="6347" y="8304"/>
                    <a:pt x="6478" y="6805"/>
                    <a:pt x="7748" y="5749"/>
                  </a:cubicBezTo>
                  <a:cubicBezTo>
                    <a:pt x="7598" y="6192"/>
                    <a:pt x="7598" y="6661"/>
                    <a:pt x="7598" y="7104"/>
                  </a:cubicBezTo>
                  <a:cubicBezTo>
                    <a:pt x="7598" y="10024"/>
                    <a:pt x="9932" y="12019"/>
                    <a:pt x="9932" y="14835"/>
                  </a:cubicBezTo>
                  <a:cubicBezTo>
                    <a:pt x="9932" y="15890"/>
                    <a:pt x="9503" y="16464"/>
                    <a:pt x="8326" y="16464"/>
                  </a:cubicBezTo>
                  <a:cubicBezTo>
                    <a:pt x="7206" y="16464"/>
                    <a:pt x="7300" y="15747"/>
                    <a:pt x="7057" y="15747"/>
                  </a:cubicBezTo>
                  <a:cubicBezTo>
                    <a:pt x="6870" y="15747"/>
                    <a:pt x="6571" y="16190"/>
                    <a:pt x="6571" y="16660"/>
                  </a:cubicBezTo>
                  <a:cubicBezTo>
                    <a:pt x="6571" y="17376"/>
                    <a:pt x="7300" y="18484"/>
                    <a:pt x="9334" y="18484"/>
                  </a:cubicBezTo>
                  <a:cubicBezTo>
                    <a:pt x="11089" y="18484"/>
                    <a:pt x="12490" y="17363"/>
                    <a:pt x="12490" y="16112"/>
                  </a:cubicBezTo>
                  <a:cubicBezTo>
                    <a:pt x="12490" y="13062"/>
                    <a:pt x="9073" y="9672"/>
                    <a:pt x="9073" y="6414"/>
                  </a:cubicBezTo>
                  <a:cubicBezTo>
                    <a:pt x="9073" y="4993"/>
                    <a:pt x="9596" y="4041"/>
                    <a:pt x="10044" y="3298"/>
                  </a:cubicBezTo>
                  <a:cubicBezTo>
                    <a:pt x="10044" y="10050"/>
                    <a:pt x="18258" y="14965"/>
                    <a:pt x="18277" y="17781"/>
                  </a:cubicBezTo>
                  <a:cubicBezTo>
                    <a:pt x="18277" y="18419"/>
                    <a:pt x="17605" y="18941"/>
                    <a:pt x="16578" y="18941"/>
                  </a:cubicBezTo>
                  <a:cubicBezTo>
                    <a:pt x="15458" y="18941"/>
                    <a:pt x="14917" y="18328"/>
                    <a:pt x="14917" y="17859"/>
                  </a:cubicBezTo>
                  <a:cubicBezTo>
                    <a:pt x="14917" y="17624"/>
                    <a:pt x="14861" y="17559"/>
                    <a:pt x="14730" y="17559"/>
                  </a:cubicBezTo>
                  <a:cubicBezTo>
                    <a:pt x="14450" y="17559"/>
                    <a:pt x="13572" y="18237"/>
                    <a:pt x="13572" y="19123"/>
                  </a:cubicBezTo>
                  <a:cubicBezTo>
                    <a:pt x="13572" y="20244"/>
                    <a:pt x="14879" y="21600"/>
                    <a:pt x="17325" y="21600"/>
                  </a:cubicBezTo>
                  <a:cubicBezTo>
                    <a:pt x="20088" y="21600"/>
                    <a:pt x="21600" y="19971"/>
                    <a:pt x="21600" y="18511"/>
                  </a:cubicBezTo>
                  <a:cubicBezTo>
                    <a:pt x="21600" y="14952"/>
                    <a:pt x="11631" y="9568"/>
                    <a:pt x="11631" y="3793"/>
                  </a:cubicBezTo>
                  <a:cubicBezTo>
                    <a:pt x="11631" y="2803"/>
                    <a:pt x="11873" y="1212"/>
                    <a:pt x="12882" y="0"/>
                  </a:cubicBezTo>
                  <a:cubicBezTo>
                    <a:pt x="6478" y="2881"/>
                    <a:pt x="4481" y="6726"/>
                    <a:pt x="4499" y="10077"/>
                  </a:cubicBezTo>
                  <a:cubicBezTo>
                    <a:pt x="4499" y="12996"/>
                    <a:pt x="4350" y="14456"/>
                    <a:pt x="2222" y="14456"/>
                  </a:cubicBezTo>
                  <a:cubicBezTo>
                    <a:pt x="1101" y="14456"/>
                    <a:pt x="803" y="13740"/>
                    <a:pt x="429" y="13740"/>
                  </a:cubicBezTo>
                  <a:cubicBezTo>
                    <a:pt x="131" y="13740"/>
                    <a:pt x="0" y="14352"/>
                    <a:pt x="0" y="14522"/>
                  </a:cubicBezTo>
                  <a:cubicBezTo>
                    <a:pt x="0" y="15773"/>
                    <a:pt x="1307" y="16490"/>
                    <a:pt x="2632" y="1649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38" name="Shape">
              <a:extLst>
                <a:ext uri="{FF2B5EF4-FFF2-40B4-BE49-F238E27FC236}">
                  <a16:creationId xmlns:a16="http://schemas.microsoft.com/office/drawing/2014/main" id="{5DDEFF41-9D33-81A5-A0E1-96BF9F12614A}"/>
                </a:ext>
              </a:extLst>
            </p:cNvPr>
            <p:cNvSpPr/>
            <p:nvPr/>
          </p:nvSpPr>
          <p:spPr>
            <a:xfrm>
              <a:off x="7640218" y="2983324"/>
              <a:ext cx="1125035" cy="7054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8" y="3438"/>
                  </a:moveTo>
                  <a:cubicBezTo>
                    <a:pt x="1067" y="2674"/>
                    <a:pt x="4268" y="3889"/>
                    <a:pt x="8383" y="625"/>
                  </a:cubicBezTo>
                  <a:cubicBezTo>
                    <a:pt x="8884" y="174"/>
                    <a:pt x="9406" y="0"/>
                    <a:pt x="9864" y="0"/>
                  </a:cubicBezTo>
                  <a:cubicBezTo>
                    <a:pt x="11845" y="0"/>
                    <a:pt x="11344" y="3612"/>
                    <a:pt x="13152" y="3612"/>
                  </a:cubicBezTo>
                  <a:cubicBezTo>
                    <a:pt x="14567" y="3612"/>
                    <a:pt x="16374" y="1702"/>
                    <a:pt x="17463" y="1702"/>
                  </a:cubicBezTo>
                  <a:cubicBezTo>
                    <a:pt x="19161" y="1702"/>
                    <a:pt x="21600" y="10175"/>
                    <a:pt x="21600" y="14168"/>
                  </a:cubicBezTo>
                  <a:cubicBezTo>
                    <a:pt x="21600" y="18787"/>
                    <a:pt x="17245" y="21600"/>
                    <a:pt x="12085" y="21600"/>
                  </a:cubicBezTo>
                  <a:cubicBezTo>
                    <a:pt x="4551" y="21600"/>
                    <a:pt x="22" y="11147"/>
                    <a:pt x="0" y="4341"/>
                  </a:cubicBezTo>
                  <a:cubicBezTo>
                    <a:pt x="0" y="3785"/>
                    <a:pt x="174" y="3612"/>
                    <a:pt x="348" y="3438"/>
                  </a:cubicBezTo>
                  <a:moveTo>
                    <a:pt x="12694" y="14898"/>
                  </a:moveTo>
                  <a:cubicBezTo>
                    <a:pt x="15198" y="14898"/>
                    <a:pt x="17049" y="13092"/>
                    <a:pt x="17049" y="11981"/>
                  </a:cubicBezTo>
                  <a:cubicBezTo>
                    <a:pt x="17049" y="11633"/>
                    <a:pt x="16701" y="11356"/>
                    <a:pt x="15960" y="11356"/>
                  </a:cubicBezTo>
                  <a:cubicBezTo>
                    <a:pt x="15220" y="11356"/>
                    <a:pt x="13740" y="11251"/>
                    <a:pt x="10974" y="10557"/>
                  </a:cubicBezTo>
                  <a:cubicBezTo>
                    <a:pt x="8601" y="9932"/>
                    <a:pt x="6772" y="8473"/>
                    <a:pt x="6097" y="8473"/>
                  </a:cubicBezTo>
                  <a:cubicBezTo>
                    <a:pt x="5879" y="8473"/>
                    <a:pt x="5748" y="8647"/>
                    <a:pt x="5748" y="8925"/>
                  </a:cubicBezTo>
                  <a:cubicBezTo>
                    <a:pt x="5748" y="11286"/>
                    <a:pt x="8470" y="14898"/>
                    <a:pt x="12673" y="14898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39" name="Line">
              <a:extLst>
                <a:ext uri="{FF2B5EF4-FFF2-40B4-BE49-F238E27FC236}">
                  <a16:creationId xmlns:a16="http://schemas.microsoft.com/office/drawing/2014/main" id="{92161E07-D189-C760-9F01-53EFBF20175D}"/>
                </a:ext>
              </a:extLst>
            </p:cNvPr>
            <p:cNvSpPr/>
            <p:nvPr/>
          </p:nvSpPr>
          <p:spPr>
            <a:xfrm>
              <a:off x="3000580" y="7431286"/>
              <a:ext cx="1357533" cy="1256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2" h="21561" extrusionOk="0">
                  <a:moveTo>
                    <a:pt x="4021" y="1771"/>
                  </a:moveTo>
                  <a:cubicBezTo>
                    <a:pt x="2470" y="2180"/>
                    <a:pt x="-18" y="4807"/>
                    <a:pt x="0" y="8971"/>
                  </a:cubicBezTo>
                  <a:cubicBezTo>
                    <a:pt x="0" y="13933"/>
                    <a:pt x="4940" y="21581"/>
                    <a:pt x="13054" y="21562"/>
                  </a:cubicBezTo>
                  <a:cubicBezTo>
                    <a:pt x="19905" y="21562"/>
                    <a:pt x="21582" y="16444"/>
                    <a:pt x="21582" y="12999"/>
                  </a:cubicBezTo>
                  <a:cubicBezTo>
                    <a:pt x="21582" y="5352"/>
                    <a:pt x="17219" y="-19"/>
                    <a:pt x="11539" y="0"/>
                  </a:cubicBezTo>
                  <a:cubicBezTo>
                    <a:pt x="8438" y="0"/>
                    <a:pt x="5679" y="2433"/>
                    <a:pt x="5679" y="6033"/>
                  </a:cubicBezTo>
                  <a:cubicBezTo>
                    <a:pt x="5679" y="9380"/>
                    <a:pt x="8023" y="14381"/>
                    <a:pt x="13613" y="14381"/>
                  </a:cubicBezTo>
                  <a:cubicBezTo>
                    <a:pt x="16245" y="14381"/>
                    <a:pt x="17778" y="12357"/>
                    <a:pt x="17778" y="10022"/>
                  </a:cubicBezTo>
                  <a:cubicBezTo>
                    <a:pt x="17778" y="7745"/>
                    <a:pt x="15848" y="4612"/>
                    <a:pt x="13036" y="4612"/>
                  </a:cubicBezTo>
                  <a:cubicBezTo>
                    <a:pt x="12188" y="4612"/>
                    <a:pt x="11575" y="5216"/>
                    <a:pt x="11593" y="6189"/>
                  </a:cubicBezTo>
                  <a:cubicBezTo>
                    <a:pt x="11593" y="7395"/>
                    <a:pt x="13144" y="8621"/>
                    <a:pt x="15073" y="8621"/>
                  </a:cubicBezTo>
                  <a:cubicBezTo>
                    <a:pt x="15542" y="8621"/>
                    <a:pt x="15921" y="8524"/>
                    <a:pt x="16101" y="8426"/>
                  </a:cubicBezTo>
                  <a:cubicBezTo>
                    <a:pt x="16191" y="8582"/>
                    <a:pt x="16245" y="8835"/>
                    <a:pt x="16245" y="9030"/>
                  </a:cubicBezTo>
                  <a:cubicBezTo>
                    <a:pt x="16245" y="10197"/>
                    <a:pt x="15217" y="10898"/>
                    <a:pt x="13613" y="10917"/>
                  </a:cubicBezTo>
                  <a:cubicBezTo>
                    <a:pt x="11215" y="10917"/>
                    <a:pt x="8925" y="8991"/>
                    <a:pt x="8907" y="5955"/>
                  </a:cubicBezTo>
                  <a:cubicBezTo>
                    <a:pt x="8907" y="4145"/>
                    <a:pt x="10367" y="2822"/>
                    <a:pt x="12477" y="2822"/>
                  </a:cubicBezTo>
                  <a:cubicBezTo>
                    <a:pt x="16660" y="2822"/>
                    <a:pt x="19148" y="6811"/>
                    <a:pt x="19148" y="10820"/>
                  </a:cubicBezTo>
                  <a:cubicBezTo>
                    <a:pt x="19148" y="14420"/>
                    <a:pt x="17327" y="16483"/>
                    <a:pt x="13577" y="16502"/>
                  </a:cubicBezTo>
                  <a:cubicBezTo>
                    <a:pt x="6076" y="16502"/>
                    <a:pt x="2398" y="9224"/>
                    <a:pt x="4039" y="183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0" name="Line">
              <a:extLst>
                <a:ext uri="{FF2B5EF4-FFF2-40B4-BE49-F238E27FC236}">
                  <a16:creationId xmlns:a16="http://schemas.microsoft.com/office/drawing/2014/main" id="{304558EB-B0AD-2269-C520-5D538CDCFC2F}"/>
                </a:ext>
              </a:extLst>
            </p:cNvPr>
            <p:cNvSpPr/>
            <p:nvPr/>
          </p:nvSpPr>
          <p:spPr>
            <a:xfrm>
              <a:off x="3962309" y="8159386"/>
              <a:ext cx="3040541" cy="12917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1" y="18414"/>
                  </a:moveTo>
                  <a:cubicBezTo>
                    <a:pt x="19908" y="18414"/>
                    <a:pt x="19852" y="18224"/>
                    <a:pt x="20166" y="18224"/>
                  </a:cubicBezTo>
                  <a:cubicBezTo>
                    <a:pt x="20480" y="18224"/>
                    <a:pt x="20504" y="18661"/>
                    <a:pt x="20504" y="18964"/>
                  </a:cubicBezTo>
                  <a:cubicBezTo>
                    <a:pt x="20504" y="20045"/>
                    <a:pt x="19473" y="21391"/>
                    <a:pt x="17652" y="21391"/>
                  </a:cubicBezTo>
                  <a:cubicBezTo>
                    <a:pt x="16581" y="21391"/>
                    <a:pt x="15928" y="20064"/>
                    <a:pt x="15743" y="18585"/>
                  </a:cubicBezTo>
                  <a:cubicBezTo>
                    <a:pt x="14695" y="20159"/>
                    <a:pt x="13100" y="21600"/>
                    <a:pt x="11529" y="21600"/>
                  </a:cubicBezTo>
                  <a:cubicBezTo>
                    <a:pt x="7235" y="21600"/>
                    <a:pt x="6139" y="17219"/>
                    <a:pt x="4802" y="15797"/>
                  </a:cubicBezTo>
                  <a:cubicBezTo>
                    <a:pt x="3771" y="14716"/>
                    <a:pt x="2199" y="16840"/>
                    <a:pt x="0" y="11075"/>
                  </a:cubicBezTo>
                  <a:cubicBezTo>
                    <a:pt x="290" y="11227"/>
                    <a:pt x="693" y="11265"/>
                    <a:pt x="1007" y="11265"/>
                  </a:cubicBezTo>
                  <a:cubicBezTo>
                    <a:pt x="2933" y="11265"/>
                    <a:pt x="3964" y="9046"/>
                    <a:pt x="3956" y="5481"/>
                  </a:cubicBezTo>
                  <a:cubicBezTo>
                    <a:pt x="3956" y="5044"/>
                    <a:pt x="3932" y="4551"/>
                    <a:pt x="3916" y="4096"/>
                  </a:cubicBezTo>
                  <a:cubicBezTo>
                    <a:pt x="4504" y="4646"/>
                    <a:pt x="5849" y="6998"/>
                    <a:pt x="6163" y="11189"/>
                  </a:cubicBezTo>
                  <a:cubicBezTo>
                    <a:pt x="6204" y="11682"/>
                    <a:pt x="7066" y="12118"/>
                    <a:pt x="7606" y="12118"/>
                  </a:cubicBezTo>
                  <a:cubicBezTo>
                    <a:pt x="8363" y="12118"/>
                    <a:pt x="9322" y="11378"/>
                    <a:pt x="9467" y="8458"/>
                  </a:cubicBezTo>
                  <a:cubicBezTo>
                    <a:pt x="11980" y="7965"/>
                    <a:pt x="13680" y="4457"/>
                    <a:pt x="14035" y="0"/>
                  </a:cubicBezTo>
                  <a:cubicBezTo>
                    <a:pt x="14937" y="683"/>
                    <a:pt x="15960" y="2617"/>
                    <a:pt x="16218" y="3603"/>
                  </a:cubicBezTo>
                  <a:cubicBezTo>
                    <a:pt x="16573" y="3300"/>
                    <a:pt x="16992" y="3167"/>
                    <a:pt x="17475" y="3148"/>
                  </a:cubicBezTo>
                  <a:cubicBezTo>
                    <a:pt x="18144" y="3148"/>
                    <a:pt x="18901" y="3432"/>
                    <a:pt x="19803" y="4077"/>
                  </a:cubicBezTo>
                  <a:cubicBezTo>
                    <a:pt x="19844" y="3432"/>
                    <a:pt x="19884" y="2636"/>
                    <a:pt x="20303" y="2636"/>
                  </a:cubicBezTo>
                  <a:cubicBezTo>
                    <a:pt x="20931" y="2636"/>
                    <a:pt x="20762" y="4267"/>
                    <a:pt x="20972" y="5196"/>
                  </a:cubicBezTo>
                  <a:cubicBezTo>
                    <a:pt x="21076" y="5689"/>
                    <a:pt x="21600" y="5993"/>
                    <a:pt x="21600" y="6979"/>
                  </a:cubicBezTo>
                  <a:cubicBezTo>
                    <a:pt x="21600" y="7927"/>
                    <a:pt x="21262" y="8268"/>
                    <a:pt x="21052" y="8268"/>
                  </a:cubicBezTo>
                  <a:cubicBezTo>
                    <a:pt x="20972" y="8268"/>
                    <a:pt x="20867" y="8211"/>
                    <a:pt x="20802" y="8173"/>
                  </a:cubicBezTo>
                  <a:cubicBezTo>
                    <a:pt x="20383" y="8515"/>
                    <a:pt x="20367" y="15626"/>
                    <a:pt x="18603" y="15626"/>
                  </a:cubicBezTo>
                  <a:cubicBezTo>
                    <a:pt x="17306" y="15626"/>
                    <a:pt x="16105" y="13123"/>
                    <a:pt x="15582" y="9956"/>
                  </a:cubicBezTo>
                  <a:cubicBezTo>
                    <a:pt x="15437" y="9027"/>
                    <a:pt x="15122" y="8420"/>
                    <a:pt x="14824" y="8420"/>
                  </a:cubicBezTo>
                  <a:cubicBezTo>
                    <a:pt x="14486" y="8420"/>
                    <a:pt x="14301" y="8572"/>
                    <a:pt x="13906" y="9615"/>
                  </a:cubicBezTo>
                  <a:cubicBezTo>
                    <a:pt x="12778" y="12516"/>
                    <a:pt x="10893" y="15038"/>
                    <a:pt x="8564" y="15057"/>
                  </a:cubicBezTo>
                  <a:cubicBezTo>
                    <a:pt x="7847" y="15057"/>
                    <a:pt x="7283" y="14906"/>
                    <a:pt x="7138" y="14906"/>
                  </a:cubicBezTo>
                  <a:cubicBezTo>
                    <a:pt x="7058" y="14906"/>
                    <a:pt x="7058" y="14963"/>
                    <a:pt x="7058" y="15001"/>
                  </a:cubicBezTo>
                  <a:cubicBezTo>
                    <a:pt x="7058" y="15342"/>
                    <a:pt x="7775" y="16688"/>
                    <a:pt x="9322" y="16669"/>
                  </a:cubicBezTo>
                  <a:cubicBezTo>
                    <a:pt x="13012" y="16669"/>
                    <a:pt x="13914" y="11777"/>
                    <a:pt x="14494" y="11777"/>
                  </a:cubicBezTo>
                  <a:cubicBezTo>
                    <a:pt x="14575" y="11777"/>
                    <a:pt x="14832" y="11777"/>
                    <a:pt x="14977" y="12573"/>
                  </a:cubicBezTo>
                  <a:cubicBezTo>
                    <a:pt x="15839" y="17295"/>
                    <a:pt x="17717" y="18395"/>
                    <a:pt x="18893" y="18376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1" name="Shape">
              <a:extLst>
                <a:ext uri="{FF2B5EF4-FFF2-40B4-BE49-F238E27FC236}">
                  <a16:creationId xmlns:a16="http://schemas.microsoft.com/office/drawing/2014/main" id="{9189FB6A-C663-83EB-31B4-8024EFE2504D}"/>
                </a:ext>
              </a:extLst>
            </p:cNvPr>
            <p:cNvSpPr/>
            <p:nvPr/>
          </p:nvSpPr>
          <p:spPr>
            <a:xfrm>
              <a:off x="6393834" y="8552921"/>
              <a:ext cx="235895" cy="235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719"/>
                    <a:pt x="4881" y="21600"/>
                    <a:pt x="10800" y="21600"/>
                  </a:cubicBezTo>
                  <a:cubicBezTo>
                    <a:pt x="16719" y="21600"/>
                    <a:pt x="21600" y="16719"/>
                    <a:pt x="21600" y="10800"/>
                  </a:cubicBezTo>
                  <a:cubicBezTo>
                    <a:pt x="21600" y="4881"/>
                    <a:pt x="16719" y="0"/>
                    <a:pt x="10800" y="0"/>
                  </a:cubicBezTo>
                  <a:cubicBezTo>
                    <a:pt x="4881" y="0"/>
                    <a:pt x="0" y="4881"/>
                    <a:pt x="0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2" name="Shape">
              <a:extLst>
                <a:ext uri="{FF2B5EF4-FFF2-40B4-BE49-F238E27FC236}">
                  <a16:creationId xmlns:a16="http://schemas.microsoft.com/office/drawing/2014/main" id="{816C7513-66CF-16D1-726D-C02AE7221930}"/>
                </a:ext>
              </a:extLst>
            </p:cNvPr>
            <p:cNvSpPr/>
            <p:nvPr/>
          </p:nvSpPr>
          <p:spPr>
            <a:xfrm>
              <a:off x="7688984" y="7071778"/>
              <a:ext cx="1455060" cy="14017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455" y="1905"/>
                  </a:moveTo>
                  <a:cubicBezTo>
                    <a:pt x="14849" y="1905"/>
                    <a:pt x="14192" y="2412"/>
                    <a:pt x="14192" y="3635"/>
                  </a:cubicBezTo>
                  <a:cubicBezTo>
                    <a:pt x="14192" y="4998"/>
                    <a:pt x="15202" y="5854"/>
                    <a:pt x="15775" y="6134"/>
                  </a:cubicBezTo>
                  <a:cubicBezTo>
                    <a:pt x="16078" y="6309"/>
                    <a:pt x="16566" y="6501"/>
                    <a:pt x="17038" y="6501"/>
                  </a:cubicBezTo>
                  <a:cubicBezTo>
                    <a:pt x="18317" y="6501"/>
                    <a:pt x="19310" y="6134"/>
                    <a:pt x="19310" y="5033"/>
                  </a:cubicBezTo>
                  <a:cubicBezTo>
                    <a:pt x="19310" y="3635"/>
                    <a:pt x="17341" y="1905"/>
                    <a:pt x="15455" y="1905"/>
                  </a:cubicBezTo>
                  <a:moveTo>
                    <a:pt x="10724" y="4736"/>
                  </a:moveTo>
                  <a:cubicBezTo>
                    <a:pt x="9798" y="4736"/>
                    <a:pt x="4714" y="11796"/>
                    <a:pt x="1448" y="11796"/>
                  </a:cubicBezTo>
                  <a:cubicBezTo>
                    <a:pt x="657" y="11796"/>
                    <a:pt x="0" y="10258"/>
                    <a:pt x="0" y="9070"/>
                  </a:cubicBezTo>
                  <a:cubicBezTo>
                    <a:pt x="0" y="8441"/>
                    <a:pt x="387" y="7969"/>
                    <a:pt x="1801" y="7654"/>
                  </a:cubicBezTo>
                  <a:cubicBezTo>
                    <a:pt x="9327" y="5872"/>
                    <a:pt x="7660" y="0"/>
                    <a:pt x="14091" y="0"/>
                  </a:cubicBezTo>
                  <a:cubicBezTo>
                    <a:pt x="17644" y="0"/>
                    <a:pt x="21583" y="2499"/>
                    <a:pt x="21600" y="8126"/>
                  </a:cubicBezTo>
                  <a:cubicBezTo>
                    <a:pt x="21600" y="14138"/>
                    <a:pt x="13384" y="21600"/>
                    <a:pt x="12155" y="21600"/>
                  </a:cubicBezTo>
                  <a:cubicBezTo>
                    <a:pt x="11145" y="21600"/>
                    <a:pt x="10051" y="20097"/>
                    <a:pt x="10051" y="19101"/>
                  </a:cubicBezTo>
                  <a:cubicBezTo>
                    <a:pt x="10051" y="18786"/>
                    <a:pt x="10186" y="18367"/>
                    <a:pt x="11061" y="18017"/>
                  </a:cubicBezTo>
                  <a:cubicBezTo>
                    <a:pt x="15253" y="16287"/>
                    <a:pt x="17660" y="12285"/>
                    <a:pt x="17660" y="10241"/>
                  </a:cubicBezTo>
                  <a:cubicBezTo>
                    <a:pt x="17660" y="9786"/>
                    <a:pt x="17442" y="9332"/>
                    <a:pt x="16869" y="9332"/>
                  </a:cubicBezTo>
                  <a:cubicBezTo>
                    <a:pt x="16128" y="9332"/>
                    <a:pt x="12947" y="16882"/>
                    <a:pt x="9394" y="16882"/>
                  </a:cubicBezTo>
                  <a:cubicBezTo>
                    <a:pt x="6936" y="16882"/>
                    <a:pt x="4445" y="14575"/>
                    <a:pt x="4445" y="13474"/>
                  </a:cubicBezTo>
                  <a:cubicBezTo>
                    <a:pt x="4445" y="11656"/>
                    <a:pt x="11549" y="8283"/>
                    <a:pt x="11532" y="5732"/>
                  </a:cubicBezTo>
                  <a:cubicBezTo>
                    <a:pt x="11532" y="4771"/>
                    <a:pt x="11095" y="4736"/>
                    <a:pt x="10741" y="4736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3" name="Line">
              <a:extLst>
                <a:ext uri="{FF2B5EF4-FFF2-40B4-BE49-F238E27FC236}">
                  <a16:creationId xmlns:a16="http://schemas.microsoft.com/office/drawing/2014/main" id="{18849799-CD9A-AC12-03C9-76FD26EB08BD}"/>
                </a:ext>
              </a:extLst>
            </p:cNvPr>
            <p:cNvSpPr/>
            <p:nvPr/>
          </p:nvSpPr>
          <p:spPr>
            <a:xfrm>
              <a:off x="2150007" y="3120550"/>
              <a:ext cx="418486" cy="460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8567"/>
                  </a:moveTo>
                  <a:cubicBezTo>
                    <a:pt x="21600" y="18567"/>
                    <a:pt x="17210" y="21600"/>
                    <a:pt x="11707" y="21600"/>
                  </a:cubicBezTo>
                  <a:cubicBezTo>
                    <a:pt x="5151" y="21600"/>
                    <a:pt x="0" y="17184"/>
                    <a:pt x="0" y="10960"/>
                  </a:cubicBezTo>
                  <a:cubicBezTo>
                    <a:pt x="0" y="6650"/>
                    <a:pt x="2400" y="2234"/>
                    <a:pt x="8078" y="0"/>
                  </a:cubicBezTo>
                  <a:cubicBezTo>
                    <a:pt x="7902" y="851"/>
                    <a:pt x="7902" y="1543"/>
                    <a:pt x="7902" y="2341"/>
                  </a:cubicBezTo>
                  <a:cubicBezTo>
                    <a:pt x="7902" y="10215"/>
                    <a:pt x="12761" y="16173"/>
                    <a:pt x="21600" y="18514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4" name="Shape">
              <a:extLst>
                <a:ext uri="{FF2B5EF4-FFF2-40B4-BE49-F238E27FC236}">
                  <a16:creationId xmlns:a16="http://schemas.microsoft.com/office/drawing/2014/main" id="{CB3F57D3-4081-A2F9-DF21-8C4ACEC34349}"/>
                </a:ext>
              </a:extLst>
            </p:cNvPr>
            <p:cNvSpPr/>
            <p:nvPr/>
          </p:nvSpPr>
          <p:spPr>
            <a:xfrm>
              <a:off x="3067499" y="4082273"/>
              <a:ext cx="460449" cy="6305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25" y="0"/>
                  </a:moveTo>
                  <a:cubicBezTo>
                    <a:pt x="3192" y="2642"/>
                    <a:pt x="0" y="7071"/>
                    <a:pt x="0" y="11616"/>
                  </a:cubicBezTo>
                  <a:cubicBezTo>
                    <a:pt x="0" y="17055"/>
                    <a:pt x="4575" y="21600"/>
                    <a:pt x="11651" y="21600"/>
                  </a:cubicBezTo>
                  <a:cubicBezTo>
                    <a:pt x="18408" y="21600"/>
                    <a:pt x="21600" y="17365"/>
                    <a:pt x="21600" y="13014"/>
                  </a:cubicBezTo>
                  <a:cubicBezTo>
                    <a:pt x="21600" y="6255"/>
                    <a:pt x="13141" y="1476"/>
                    <a:pt x="6225" y="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5" name="Line">
              <a:extLst>
                <a:ext uri="{FF2B5EF4-FFF2-40B4-BE49-F238E27FC236}">
                  <a16:creationId xmlns:a16="http://schemas.microsoft.com/office/drawing/2014/main" id="{BF3551E5-81AC-740E-628D-601E0D29BDE6}"/>
                </a:ext>
              </a:extLst>
            </p:cNvPr>
            <p:cNvSpPr/>
            <p:nvPr/>
          </p:nvSpPr>
          <p:spPr>
            <a:xfrm>
              <a:off x="2211249" y="3601412"/>
              <a:ext cx="912957" cy="7315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" y="17682"/>
                  </a:moveTo>
                  <a:cubicBezTo>
                    <a:pt x="80" y="17950"/>
                    <a:pt x="0" y="18285"/>
                    <a:pt x="0" y="18653"/>
                  </a:cubicBezTo>
                  <a:cubicBezTo>
                    <a:pt x="0" y="19423"/>
                    <a:pt x="698" y="20294"/>
                    <a:pt x="1315" y="20294"/>
                  </a:cubicBezTo>
                  <a:cubicBezTo>
                    <a:pt x="1878" y="20294"/>
                    <a:pt x="2227" y="20127"/>
                    <a:pt x="2495" y="20127"/>
                  </a:cubicBezTo>
                  <a:cubicBezTo>
                    <a:pt x="4159" y="20127"/>
                    <a:pt x="6064" y="21600"/>
                    <a:pt x="8774" y="21600"/>
                  </a:cubicBezTo>
                  <a:cubicBezTo>
                    <a:pt x="10384" y="21600"/>
                    <a:pt x="12262" y="20997"/>
                    <a:pt x="14624" y="19490"/>
                  </a:cubicBezTo>
                  <a:cubicBezTo>
                    <a:pt x="19641" y="16342"/>
                    <a:pt x="21600" y="8607"/>
                    <a:pt x="21600" y="7267"/>
                  </a:cubicBezTo>
                  <a:cubicBezTo>
                    <a:pt x="21600" y="5626"/>
                    <a:pt x="20527" y="5827"/>
                    <a:pt x="19641" y="4287"/>
                  </a:cubicBezTo>
                  <a:cubicBezTo>
                    <a:pt x="18756" y="2780"/>
                    <a:pt x="19078" y="1440"/>
                    <a:pt x="18514" y="703"/>
                  </a:cubicBezTo>
                  <a:cubicBezTo>
                    <a:pt x="18192" y="301"/>
                    <a:pt x="17200" y="268"/>
                    <a:pt x="15938" y="100"/>
                  </a:cubicBezTo>
                  <a:cubicBezTo>
                    <a:pt x="15509" y="33"/>
                    <a:pt x="14972" y="0"/>
                    <a:pt x="14409" y="0"/>
                  </a:cubicBezTo>
                  <a:cubicBezTo>
                    <a:pt x="12101" y="0"/>
                    <a:pt x="9364" y="368"/>
                    <a:pt x="6306" y="2813"/>
                  </a:cubicBezTo>
                  <a:cubicBezTo>
                    <a:pt x="241" y="7635"/>
                    <a:pt x="1154" y="15639"/>
                    <a:pt x="188" y="17648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6" name="Line">
              <a:extLst>
                <a:ext uri="{FF2B5EF4-FFF2-40B4-BE49-F238E27FC236}">
                  <a16:creationId xmlns:a16="http://schemas.microsoft.com/office/drawing/2014/main" id="{746FE97D-AEB1-7116-7D69-39E1F28AB00B}"/>
                </a:ext>
              </a:extLst>
            </p:cNvPr>
            <p:cNvSpPr/>
            <p:nvPr/>
          </p:nvSpPr>
          <p:spPr>
            <a:xfrm>
              <a:off x="2734072" y="3703481"/>
              <a:ext cx="256309" cy="307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01" y="9166"/>
                  </a:moveTo>
                  <a:cubicBezTo>
                    <a:pt x="16821" y="11079"/>
                    <a:pt x="21600" y="13550"/>
                    <a:pt x="21600" y="14985"/>
                  </a:cubicBezTo>
                  <a:cubicBezTo>
                    <a:pt x="21600" y="17854"/>
                    <a:pt x="19593" y="21600"/>
                    <a:pt x="15674" y="21600"/>
                  </a:cubicBezTo>
                  <a:cubicBezTo>
                    <a:pt x="6977" y="21600"/>
                    <a:pt x="0" y="10601"/>
                    <a:pt x="0" y="4384"/>
                  </a:cubicBezTo>
                  <a:cubicBezTo>
                    <a:pt x="0" y="478"/>
                    <a:pt x="2772" y="0"/>
                    <a:pt x="6499" y="0"/>
                  </a:cubicBezTo>
                  <a:cubicBezTo>
                    <a:pt x="8219" y="0"/>
                    <a:pt x="8984" y="239"/>
                    <a:pt x="10227" y="797"/>
                  </a:cubicBezTo>
                  <a:cubicBezTo>
                    <a:pt x="12425" y="1833"/>
                    <a:pt x="12425" y="5978"/>
                    <a:pt x="15196" y="9086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7" name="Line">
              <a:extLst>
                <a:ext uri="{FF2B5EF4-FFF2-40B4-BE49-F238E27FC236}">
                  <a16:creationId xmlns:a16="http://schemas.microsoft.com/office/drawing/2014/main" id="{F0B0C4C3-F79A-EED8-C4AB-2F42C01D2ED5}"/>
                </a:ext>
              </a:extLst>
            </p:cNvPr>
            <p:cNvSpPr/>
            <p:nvPr/>
          </p:nvSpPr>
          <p:spPr>
            <a:xfrm>
              <a:off x="2438070" y="3831635"/>
              <a:ext cx="311881" cy="362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38" y="21600"/>
                  </a:moveTo>
                  <a:cubicBezTo>
                    <a:pt x="7383" y="21600"/>
                    <a:pt x="0" y="14445"/>
                    <a:pt x="0" y="7897"/>
                  </a:cubicBezTo>
                  <a:cubicBezTo>
                    <a:pt x="0" y="4387"/>
                    <a:pt x="3063" y="0"/>
                    <a:pt x="5263" y="0"/>
                  </a:cubicBezTo>
                  <a:cubicBezTo>
                    <a:pt x="6048" y="0"/>
                    <a:pt x="6519" y="540"/>
                    <a:pt x="6676" y="1755"/>
                  </a:cubicBezTo>
                  <a:cubicBezTo>
                    <a:pt x="7933" y="10327"/>
                    <a:pt x="14452" y="15255"/>
                    <a:pt x="20579" y="17752"/>
                  </a:cubicBezTo>
                  <a:cubicBezTo>
                    <a:pt x="21207" y="18090"/>
                    <a:pt x="21600" y="18292"/>
                    <a:pt x="21600" y="18630"/>
                  </a:cubicBezTo>
                  <a:cubicBezTo>
                    <a:pt x="21600" y="19845"/>
                    <a:pt x="17751" y="21600"/>
                    <a:pt x="14060" y="216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8" name="Line">
              <a:extLst>
                <a:ext uri="{FF2B5EF4-FFF2-40B4-BE49-F238E27FC236}">
                  <a16:creationId xmlns:a16="http://schemas.microsoft.com/office/drawing/2014/main" id="{BED5E8C2-73F9-99EB-624F-FB9C079414C7}"/>
                </a:ext>
              </a:extLst>
            </p:cNvPr>
            <p:cNvSpPr/>
            <p:nvPr/>
          </p:nvSpPr>
          <p:spPr>
            <a:xfrm>
              <a:off x="2455082" y="2922082"/>
              <a:ext cx="463850" cy="52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85" y="21600"/>
                  </a:moveTo>
                  <a:cubicBezTo>
                    <a:pt x="21072" y="19653"/>
                    <a:pt x="21600" y="17243"/>
                    <a:pt x="21600" y="14601"/>
                  </a:cubicBezTo>
                  <a:cubicBezTo>
                    <a:pt x="21600" y="8807"/>
                    <a:pt x="18537" y="0"/>
                    <a:pt x="9189" y="0"/>
                  </a:cubicBezTo>
                  <a:cubicBezTo>
                    <a:pt x="3855" y="0"/>
                    <a:pt x="0" y="3755"/>
                    <a:pt x="0" y="8204"/>
                  </a:cubicBezTo>
                  <a:cubicBezTo>
                    <a:pt x="0" y="17753"/>
                    <a:pt x="10879" y="21600"/>
                    <a:pt x="20333" y="21554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49" name="Line">
              <a:extLst>
                <a:ext uri="{FF2B5EF4-FFF2-40B4-BE49-F238E27FC236}">
                  <a16:creationId xmlns:a16="http://schemas.microsoft.com/office/drawing/2014/main" id="{9A0AFB0D-EDCD-CAD5-3326-4367C82EE41E}"/>
                </a:ext>
              </a:extLst>
            </p:cNvPr>
            <p:cNvSpPr/>
            <p:nvPr/>
          </p:nvSpPr>
          <p:spPr>
            <a:xfrm>
              <a:off x="2129593" y="4630046"/>
              <a:ext cx="561384" cy="331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4"/>
                  </a:moveTo>
                  <a:cubicBezTo>
                    <a:pt x="0" y="14721"/>
                    <a:pt x="2618" y="21600"/>
                    <a:pt x="7287" y="21600"/>
                  </a:cubicBezTo>
                  <a:cubicBezTo>
                    <a:pt x="10909" y="21600"/>
                    <a:pt x="15796" y="17162"/>
                    <a:pt x="21600" y="8655"/>
                  </a:cubicBezTo>
                  <a:cubicBezTo>
                    <a:pt x="17193" y="10430"/>
                    <a:pt x="13745" y="11540"/>
                    <a:pt x="10691" y="11540"/>
                  </a:cubicBezTo>
                  <a:cubicBezTo>
                    <a:pt x="6589" y="11540"/>
                    <a:pt x="3447" y="8877"/>
                    <a:pt x="0" y="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0" name="Line">
              <a:extLst>
                <a:ext uri="{FF2B5EF4-FFF2-40B4-BE49-F238E27FC236}">
                  <a16:creationId xmlns:a16="http://schemas.microsoft.com/office/drawing/2014/main" id="{8E9E62B8-584F-3003-4364-CDE2D67FFFB7}"/>
                </a:ext>
              </a:extLst>
            </p:cNvPr>
            <p:cNvSpPr/>
            <p:nvPr/>
          </p:nvSpPr>
          <p:spPr>
            <a:xfrm>
              <a:off x="2229395" y="4369202"/>
              <a:ext cx="407145" cy="2597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" y="0"/>
                  </a:moveTo>
                  <a:cubicBezTo>
                    <a:pt x="0" y="1226"/>
                    <a:pt x="0" y="2452"/>
                    <a:pt x="0" y="3679"/>
                  </a:cubicBezTo>
                  <a:cubicBezTo>
                    <a:pt x="0" y="15186"/>
                    <a:pt x="3911" y="21600"/>
                    <a:pt x="9085" y="21600"/>
                  </a:cubicBezTo>
                  <a:cubicBezTo>
                    <a:pt x="12996" y="21600"/>
                    <a:pt x="17509" y="17921"/>
                    <a:pt x="21600" y="9810"/>
                  </a:cubicBezTo>
                  <a:cubicBezTo>
                    <a:pt x="19855" y="10281"/>
                    <a:pt x="17870" y="10564"/>
                    <a:pt x="15944" y="10564"/>
                  </a:cubicBezTo>
                  <a:cubicBezTo>
                    <a:pt x="10168" y="10564"/>
                    <a:pt x="3911" y="8112"/>
                    <a:pt x="120" y="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1" name="Line">
              <a:extLst>
                <a:ext uri="{FF2B5EF4-FFF2-40B4-BE49-F238E27FC236}">
                  <a16:creationId xmlns:a16="http://schemas.microsoft.com/office/drawing/2014/main" id="{94D29813-AEA0-11C9-2CD7-10B0FE8C7941}"/>
                </a:ext>
              </a:extLst>
            </p:cNvPr>
            <p:cNvSpPr/>
            <p:nvPr/>
          </p:nvSpPr>
          <p:spPr>
            <a:xfrm>
              <a:off x="2745413" y="4327240"/>
              <a:ext cx="300539" cy="4218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079" y="0"/>
                  </a:moveTo>
                  <a:cubicBezTo>
                    <a:pt x="10189" y="929"/>
                    <a:pt x="0" y="5168"/>
                    <a:pt x="0" y="12716"/>
                  </a:cubicBezTo>
                  <a:cubicBezTo>
                    <a:pt x="0" y="18174"/>
                    <a:pt x="5950" y="21600"/>
                    <a:pt x="13368" y="21600"/>
                  </a:cubicBezTo>
                  <a:cubicBezTo>
                    <a:pt x="17198" y="21600"/>
                    <a:pt x="19970" y="20961"/>
                    <a:pt x="21600" y="20090"/>
                  </a:cubicBezTo>
                  <a:cubicBezTo>
                    <a:pt x="15650" y="16026"/>
                    <a:pt x="13531" y="11497"/>
                    <a:pt x="13531" y="6968"/>
                  </a:cubicBezTo>
                  <a:cubicBezTo>
                    <a:pt x="13531" y="3774"/>
                    <a:pt x="14183" y="1858"/>
                    <a:pt x="14998" y="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2" name="Shape">
              <a:extLst>
                <a:ext uri="{FF2B5EF4-FFF2-40B4-BE49-F238E27FC236}">
                  <a16:creationId xmlns:a16="http://schemas.microsoft.com/office/drawing/2014/main" id="{869BF4D9-B131-B59F-A92F-ABB16B62D0E9}"/>
                </a:ext>
              </a:extLst>
            </p:cNvPr>
            <p:cNvSpPr/>
            <p:nvPr/>
          </p:nvSpPr>
          <p:spPr>
            <a:xfrm>
              <a:off x="3060695" y="3400675"/>
              <a:ext cx="235895" cy="235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719"/>
                    <a:pt x="4881" y="21600"/>
                    <a:pt x="10800" y="21600"/>
                  </a:cubicBezTo>
                  <a:cubicBezTo>
                    <a:pt x="16719" y="21600"/>
                    <a:pt x="21600" y="16719"/>
                    <a:pt x="21600" y="10800"/>
                  </a:cubicBezTo>
                  <a:cubicBezTo>
                    <a:pt x="21600" y="4881"/>
                    <a:pt x="16719" y="0"/>
                    <a:pt x="10800" y="0"/>
                  </a:cubicBezTo>
                  <a:cubicBezTo>
                    <a:pt x="4881" y="0"/>
                    <a:pt x="0" y="4881"/>
                    <a:pt x="0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3" name="Shape">
              <a:extLst>
                <a:ext uri="{FF2B5EF4-FFF2-40B4-BE49-F238E27FC236}">
                  <a16:creationId xmlns:a16="http://schemas.microsoft.com/office/drawing/2014/main" id="{71717FB3-11D8-EC84-A051-CB6ED8673EA9}"/>
                </a:ext>
              </a:extLst>
            </p:cNvPr>
            <p:cNvSpPr/>
            <p:nvPr/>
          </p:nvSpPr>
          <p:spPr>
            <a:xfrm>
              <a:off x="3214933" y="3666056"/>
              <a:ext cx="235895" cy="235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719"/>
                    <a:pt x="4881" y="21600"/>
                    <a:pt x="10800" y="21600"/>
                  </a:cubicBezTo>
                  <a:cubicBezTo>
                    <a:pt x="16719" y="21600"/>
                    <a:pt x="21600" y="16719"/>
                    <a:pt x="21600" y="10800"/>
                  </a:cubicBezTo>
                  <a:cubicBezTo>
                    <a:pt x="21600" y="4881"/>
                    <a:pt x="16719" y="0"/>
                    <a:pt x="10800" y="0"/>
                  </a:cubicBezTo>
                  <a:cubicBezTo>
                    <a:pt x="4881" y="0"/>
                    <a:pt x="0" y="4881"/>
                    <a:pt x="0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4" name="Line">
              <a:extLst>
                <a:ext uri="{FF2B5EF4-FFF2-40B4-BE49-F238E27FC236}">
                  <a16:creationId xmlns:a16="http://schemas.microsoft.com/office/drawing/2014/main" id="{764E0D1A-EE15-DD61-511A-9F2C137C188B}"/>
                </a:ext>
              </a:extLst>
            </p:cNvPr>
            <p:cNvSpPr/>
            <p:nvPr/>
          </p:nvSpPr>
          <p:spPr>
            <a:xfrm>
              <a:off x="7819406" y="5119980"/>
              <a:ext cx="226823" cy="2245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473"/>
                  </a:moveTo>
                  <a:cubicBezTo>
                    <a:pt x="0" y="4800"/>
                    <a:pt x="5076" y="0"/>
                    <a:pt x="10584" y="0"/>
                  </a:cubicBezTo>
                  <a:cubicBezTo>
                    <a:pt x="16740" y="0"/>
                    <a:pt x="21600" y="4800"/>
                    <a:pt x="21600" y="10473"/>
                  </a:cubicBezTo>
                  <a:cubicBezTo>
                    <a:pt x="21600" y="17018"/>
                    <a:pt x="16848" y="21600"/>
                    <a:pt x="10584" y="21600"/>
                  </a:cubicBezTo>
                  <a:cubicBezTo>
                    <a:pt x="5076" y="21600"/>
                    <a:pt x="0" y="17018"/>
                    <a:pt x="0" y="10582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5" name="Shape">
              <a:extLst>
                <a:ext uri="{FF2B5EF4-FFF2-40B4-BE49-F238E27FC236}">
                  <a16:creationId xmlns:a16="http://schemas.microsoft.com/office/drawing/2014/main" id="{58A90039-0F25-4B63-B1F8-BB1EB3BF456B}"/>
                </a:ext>
              </a:extLst>
            </p:cNvPr>
            <p:cNvSpPr/>
            <p:nvPr/>
          </p:nvSpPr>
          <p:spPr>
            <a:xfrm>
              <a:off x="6782833" y="4202488"/>
              <a:ext cx="235895" cy="235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719"/>
                    <a:pt x="4881" y="21600"/>
                    <a:pt x="10800" y="21600"/>
                  </a:cubicBezTo>
                  <a:cubicBezTo>
                    <a:pt x="16719" y="21600"/>
                    <a:pt x="21600" y="16719"/>
                    <a:pt x="21600" y="10800"/>
                  </a:cubicBezTo>
                  <a:cubicBezTo>
                    <a:pt x="21600" y="4881"/>
                    <a:pt x="16719" y="0"/>
                    <a:pt x="10800" y="0"/>
                  </a:cubicBezTo>
                  <a:cubicBezTo>
                    <a:pt x="4881" y="0"/>
                    <a:pt x="0" y="4881"/>
                    <a:pt x="0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6" name="Shape">
              <a:extLst>
                <a:ext uri="{FF2B5EF4-FFF2-40B4-BE49-F238E27FC236}">
                  <a16:creationId xmlns:a16="http://schemas.microsoft.com/office/drawing/2014/main" id="{8E59092B-69D2-0CC0-E089-4B592D1BF13A}"/>
                </a:ext>
              </a:extLst>
            </p:cNvPr>
            <p:cNvSpPr/>
            <p:nvPr/>
          </p:nvSpPr>
          <p:spPr>
            <a:xfrm>
              <a:off x="6683032" y="4568805"/>
              <a:ext cx="335696" cy="3356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711"/>
                    <a:pt x="4962" y="21600"/>
                    <a:pt x="10800" y="21600"/>
                  </a:cubicBezTo>
                  <a:cubicBezTo>
                    <a:pt x="16711" y="21600"/>
                    <a:pt x="21600" y="16638"/>
                    <a:pt x="21600" y="10800"/>
                  </a:cubicBezTo>
                  <a:cubicBezTo>
                    <a:pt x="21600" y="4889"/>
                    <a:pt x="16638" y="0"/>
                    <a:pt x="10800" y="0"/>
                  </a:cubicBezTo>
                  <a:cubicBezTo>
                    <a:pt x="4889" y="0"/>
                    <a:pt x="0" y="4962"/>
                    <a:pt x="0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7" name="Line">
              <a:extLst>
                <a:ext uri="{FF2B5EF4-FFF2-40B4-BE49-F238E27FC236}">
                  <a16:creationId xmlns:a16="http://schemas.microsoft.com/office/drawing/2014/main" id="{F14B86D8-758B-D81B-C2FF-7CF10BDF56E9}"/>
                </a:ext>
              </a:extLst>
            </p:cNvPr>
            <p:cNvSpPr/>
            <p:nvPr/>
          </p:nvSpPr>
          <p:spPr>
            <a:xfrm>
              <a:off x="7055019" y="4368056"/>
              <a:ext cx="359512" cy="3595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3" extrusionOk="0">
                  <a:moveTo>
                    <a:pt x="0" y="10733"/>
                  </a:moveTo>
                  <a:cubicBezTo>
                    <a:pt x="0" y="16778"/>
                    <a:pt x="4770" y="21533"/>
                    <a:pt x="10766" y="21533"/>
                  </a:cubicBezTo>
                  <a:cubicBezTo>
                    <a:pt x="16830" y="21533"/>
                    <a:pt x="21600" y="16778"/>
                    <a:pt x="21600" y="10733"/>
                  </a:cubicBezTo>
                  <a:cubicBezTo>
                    <a:pt x="21600" y="4756"/>
                    <a:pt x="16762" y="-67"/>
                    <a:pt x="10766" y="1"/>
                  </a:cubicBezTo>
                  <a:cubicBezTo>
                    <a:pt x="4770" y="1"/>
                    <a:pt x="0" y="4756"/>
                    <a:pt x="0" y="10801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8" name="Shape">
              <a:extLst>
                <a:ext uri="{FF2B5EF4-FFF2-40B4-BE49-F238E27FC236}">
                  <a16:creationId xmlns:a16="http://schemas.microsoft.com/office/drawing/2014/main" id="{5BAEEF00-88BD-9B2D-DBA2-E6364AF98A58}"/>
                </a:ext>
              </a:extLst>
            </p:cNvPr>
            <p:cNvSpPr/>
            <p:nvPr/>
          </p:nvSpPr>
          <p:spPr>
            <a:xfrm>
              <a:off x="7068628" y="4051652"/>
              <a:ext cx="223420" cy="224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800"/>
                    <a:pt x="4824" y="21600"/>
                    <a:pt x="10745" y="21600"/>
                  </a:cubicBezTo>
                  <a:cubicBezTo>
                    <a:pt x="16776" y="21600"/>
                    <a:pt x="21600" y="16800"/>
                    <a:pt x="21600" y="10800"/>
                  </a:cubicBezTo>
                  <a:cubicBezTo>
                    <a:pt x="21600" y="4800"/>
                    <a:pt x="16776" y="0"/>
                    <a:pt x="10745" y="0"/>
                  </a:cubicBezTo>
                  <a:cubicBezTo>
                    <a:pt x="4824" y="0"/>
                    <a:pt x="0" y="4800"/>
                    <a:pt x="0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59" name="Shape">
              <a:extLst>
                <a:ext uri="{FF2B5EF4-FFF2-40B4-BE49-F238E27FC236}">
                  <a16:creationId xmlns:a16="http://schemas.microsoft.com/office/drawing/2014/main" id="{89D732B0-2C5D-FF9A-217C-D53DE0455230}"/>
                </a:ext>
              </a:extLst>
            </p:cNvPr>
            <p:cNvSpPr/>
            <p:nvPr/>
          </p:nvSpPr>
          <p:spPr>
            <a:xfrm>
              <a:off x="7602792" y="3768125"/>
              <a:ext cx="224554" cy="224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800"/>
                    <a:pt x="4800" y="21600"/>
                    <a:pt x="10800" y="21600"/>
                  </a:cubicBezTo>
                  <a:cubicBezTo>
                    <a:pt x="16800" y="21600"/>
                    <a:pt x="21600" y="16800"/>
                    <a:pt x="21600" y="10800"/>
                  </a:cubicBezTo>
                  <a:cubicBezTo>
                    <a:pt x="21600" y="4800"/>
                    <a:pt x="16800" y="0"/>
                    <a:pt x="10800" y="0"/>
                  </a:cubicBezTo>
                  <a:cubicBezTo>
                    <a:pt x="4800" y="0"/>
                    <a:pt x="0" y="4800"/>
                    <a:pt x="0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0" name="Shape">
              <a:extLst>
                <a:ext uri="{FF2B5EF4-FFF2-40B4-BE49-F238E27FC236}">
                  <a16:creationId xmlns:a16="http://schemas.microsoft.com/office/drawing/2014/main" id="{F26BA9D9-36CC-BFE3-E59F-32E47F6CA2E5}"/>
                </a:ext>
              </a:extLst>
            </p:cNvPr>
            <p:cNvSpPr/>
            <p:nvPr/>
          </p:nvSpPr>
          <p:spPr>
            <a:xfrm>
              <a:off x="7381630" y="4053920"/>
              <a:ext cx="377681" cy="3776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2" h="21600" extrusionOk="0">
                  <a:moveTo>
                    <a:pt x="0" y="10832"/>
                  </a:moveTo>
                  <a:cubicBezTo>
                    <a:pt x="0" y="16735"/>
                    <a:pt x="4901" y="21600"/>
                    <a:pt x="10768" y="21600"/>
                  </a:cubicBezTo>
                  <a:cubicBezTo>
                    <a:pt x="16636" y="21600"/>
                    <a:pt x="21536" y="16670"/>
                    <a:pt x="21472" y="10768"/>
                  </a:cubicBezTo>
                  <a:cubicBezTo>
                    <a:pt x="21472" y="4865"/>
                    <a:pt x="16571" y="0"/>
                    <a:pt x="10704" y="0"/>
                  </a:cubicBezTo>
                  <a:cubicBezTo>
                    <a:pt x="4836" y="0"/>
                    <a:pt x="-64" y="4930"/>
                    <a:pt x="0" y="10832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1" name="Line">
              <a:extLst>
                <a:ext uri="{FF2B5EF4-FFF2-40B4-BE49-F238E27FC236}">
                  <a16:creationId xmlns:a16="http://schemas.microsoft.com/office/drawing/2014/main" id="{595E8B6F-E2C4-E8AC-7CD2-519A52A32988}"/>
                </a:ext>
              </a:extLst>
            </p:cNvPr>
            <p:cNvSpPr/>
            <p:nvPr/>
          </p:nvSpPr>
          <p:spPr>
            <a:xfrm>
              <a:off x="7078835" y="4816040"/>
              <a:ext cx="235895" cy="235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719"/>
                    <a:pt x="4881" y="21600"/>
                    <a:pt x="10800" y="21600"/>
                  </a:cubicBezTo>
                  <a:cubicBezTo>
                    <a:pt x="16719" y="21600"/>
                    <a:pt x="21600" y="16719"/>
                    <a:pt x="21600" y="10800"/>
                  </a:cubicBezTo>
                  <a:cubicBezTo>
                    <a:pt x="21600" y="4881"/>
                    <a:pt x="16719" y="0"/>
                    <a:pt x="10800" y="0"/>
                  </a:cubicBezTo>
                  <a:cubicBezTo>
                    <a:pt x="4881" y="0"/>
                    <a:pt x="0" y="4881"/>
                    <a:pt x="104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2" name="Shape">
              <a:extLst>
                <a:ext uri="{FF2B5EF4-FFF2-40B4-BE49-F238E27FC236}">
                  <a16:creationId xmlns:a16="http://schemas.microsoft.com/office/drawing/2014/main" id="{648D1CCB-F76A-2066-9E86-7F264359A4C5}"/>
                </a:ext>
              </a:extLst>
            </p:cNvPr>
            <p:cNvSpPr/>
            <p:nvPr/>
          </p:nvSpPr>
          <p:spPr>
            <a:xfrm>
              <a:off x="7464431" y="4580146"/>
              <a:ext cx="235895" cy="235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719"/>
                    <a:pt x="4881" y="21600"/>
                    <a:pt x="10800" y="21600"/>
                  </a:cubicBezTo>
                  <a:cubicBezTo>
                    <a:pt x="16719" y="21600"/>
                    <a:pt x="21600" y="16719"/>
                    <a:pt x="21600" y="10800"/>
                  </a:cubicBezTo>
                  <a:cubicBezTo>
                    <a:pt x="21600" y="4881"/>
                    <a:pt x="16719" y="0"/>
                    <a:pt x="10800" y="0"/>
                  </a:cubicBezTo>
                  <a:cubicBezTo>
                    <a:pt x="4881" y="0"/>
                    <a:pt x="0" y="4881"/>
                    <a:pt x="0" y="108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3" name="Line">
              <a:extLst>
                <a:ext uri="{FF2B5EF4-FFF2-40B4-BE49-F238E27FC236}">
                  <a16:creationId xmlns:a16="http://schemas.microsoft.com/office/drawing/2014/main" id="{3247DB4C-089E-67BC-E758-AFAD7C394EE8}"/>
                </a:ext>
              </a:extLst>
            </p:cNvPr>
            <p:cNvSpPr/>
            <p:nvPr/>
          </p:nvSpPr>
          <p:spPr>
            <a:xfrm>
              <a:off x="7354423" y="4909037"/>
              <a:ext cx="408289" cy="4071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1" h="21600" extrusionOk="0">
                  <a:moveTo>
                    <a:pt x="60" y="10830"/>
                  </a:moveTo>
                  <a:cubicBezTo>
                    <a:pt x="60" y="16787"/>
                    <a:pt x="4906" y="21600"/>
                    <a:pt x="10830" y="21600"/>
                  </a:cubicBezTo>
                  <a:cubicBezTo>
                    <a:pt x="16753" y="21600"/>
                    <a:pt x="21600" y="16726"/>
                    <a:pt x="21540" y="10770"/>
                  </a:cubicBezTo>
                  <a:cubicBezTo>
                    <a:pt x="21540" y="4813"/>
                    <a:pt x="16694" y="0"/>
                    <a:pt x="10770" y="0"/>
                  </a:cubicBezTo>
                  <a:cubicBezTo>
                    <a:pt x="4847" y="0"/>
                    <a:pt x="0" y="4874"/>
                    <a:pt x="0" y="1083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4" name="Line">
              <a:extLst>
                <a:ext uri="{FF2B5EF4-FFF2-40B4-BE49-F238E27FC236}">
                  <a16:creationId xmlns:a16="http://schemas.microsoft.com/office/drawing/2014/main" id="{FADEB9A7-F2D1-02AA-899F-4176AE64EE9D}"/>
                </a:ext>
              </a:extLst>
            </p:cNvPr>
            <p:cNvSpPr/>
            <p:nvPr/>
          </p:nvSpPr>
          <p:spPr>
            <a:xfrm>
              <a:off x="7779713" y="4723043"/>
              <a:ext cx="277857" cy="277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8" y="10844"/>
                  </a:moveTo>
                  <a:cubicBezTo>
                    <a:pt x="88" y="16839"/>
                    <a:pt x="4937" y="21600"/>
                    <a:pt x="10844" y="21600"/>
                  </a:cubicBezTo>
                  <a:cubicBezTo>
                    <a:pt x="16839" y="21600"/>
                    <a:pt x="21600" y="16751"/>
                    <a:pt x="21600" y="10756"/>
                  </a:cubicBezTo>
                  <a:cubicBezTo>
                    <a:pt x="21600" y="4761"/>
                    <a:pt x="16751" y="0"/>
                    <a:pt x="10756" y="0"/>
                  </a:cubicBezTo>
                  <a:cubicBezTo>
                    <a:pt x="4849" y="0"/>
                    <a:pt x="0" y="4849"/>
                    <a:pt x="0" y="10756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5" name="Line">
              <a:extLst>
                <a:ext uri="{FF2B5EF4-FFF2-40B4-BE49-F238E27FC236}">
                  <a16:creationId xmlns:a16="http://schemas.microsoft.com/office/drawing/2014/main" id="{B7F8F523-D2DD-457F-5EC5-718E172CD2DB}"/>
                </a:ext>
              </a:extLst>
            </p:cNvPr>
            <p:cNvSpPr/>
            <p:nvPr/>
          </p:nvSpPr>
          <p:spPr>
            <a:xfrm>
              <a:off x="7770640" y="4365800"/>
              <a:ext cx="248370" cy="2483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9" y="10849"/>
                  </a:moveTo>
                  <a:cubicBezTo>
                    <a:pt x="99" y="16767"/>
                    <a:pt x="5030" y="21600"/>
                    <a:pt x="10849" y="21600"/>
                  </a:cubicBezTo>
                  <a:cubicBezTo>
                    <a:pt x="16767" y="21600"/>
                    <a:pt x="21600" y="16668"/>
                    <a:pt x="21600" y="10751"/>
                  </a:cubicBezTo>
                  <a:cubicBezTo>
                    <a:pt x="21600" y="4833"/>
                    <a:pt x="16668" y="0"/>
                    <a:pt x="10751" y="0"/>
                  </a:cubicBezTo>
                  <a:cubicBezTo>
                    <a:pt x="4932" y="0"/>
                    <a:pt x="0" y="4833"/>
                    <a:pt x="0" y="10751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6" name="Line">
              <a:extLst>
                <a:ext uri="{FF2B5EF4-FFF2-40B4-BE49-F238E27FC236}">
                  <a16:creationId xmlns:a16="http://schemas.microsoft.com/office/drawing/2014/main" id="{EFE7D9C1-EFE4-137C-E29E-27BE62DB706A}"/>
                </a:ext>
              </a:extLst>
            </p:cNvPr>
            <p:cNvSpPr/>
            <p:nvPr/>
          </p:nvSpPr>
          <p:spPr>
            <a:xfrm>
              <a:off x="7011922" y="8362391"/>
              <a:ext cx="1227104" cy="850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725" y="0"/>
                  </a:moveTo>
                  <a:cubicBezTo>
                    <a:pt x="17368" y="1498"/>
                    <a:pt x="14214" y="4867"/>
                    <a:pt x="8963" y="4867"/>
                  </a:cubicBezTo>
                  <a:cubicBezTo>
                    <a:pt x="6149" y="4867"/>
                    <a:pt x="4911" y="3600"/>
                    <a:pt x="4492" y="3600"/>
                  </a:cubicBezTo>
                  <a:cubicBezTo>
                    <a:pt x="3973" y="3600"/>
                    <a:pt x="3394" y="4349"/>
                    <a:pt x="2835" y="5328"/>
                  </a:cubicBezTo>
                  <a:cubicBezTo>
                    <a:pt x="1597" y="7430"/>
                    <a:pt x="0" y="11318"/>
                    <a:pt x="0" y="15610"/>
                  </a:cubicBezTo>
                  <a:cubicBezTo>
                    <a:pt x="0" y="18605"/>
                    <a:pt x="1617" y="21600"/>
                    <a:pt x="4611" y="21600"/>
                  </a:cubicBezTo>
                  <a:cubicBezTo>
                    <a:pt x="14333" y="21600"/>
                    <a:pt x="21600" y="12816"/>
                    <a:pt x="21600" y="5702"/>
                  </a:cubicBezTo>
                  <a:cubicBezTo>
                    <a:pt x="21600" y="1670"/>
                    <a:pt x="19943" y="0"/>
                    <a:pt x="18745" y="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7" name="Shape">
              <a:extLst>
                <a:ext uri="{FF2B5EF4-FFF2-40B4-BE49-F238E27FC236}">
                  <a16:creationId xmlns:a16="http://schemas.microsoft.com/office/drawing/2014/main" id="{8A2A4D5E-D331-D20D-2452-29DB7729CEAC}"/>
                </a:ext>
              </a:extLst>
            </p:cNvPr>
            <p:cNvSpPr/>
            <p:nvPr/>
          </p:nvSpPr>
          <p:spPr>
            <a:xfrm>
              <a:off x="7314728" y="8040305"/>
              <a:ext cx="637369" cy="3867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01" y="16152"/>
                  </a:moveTo>
                  <a:cubicBezTo>
                    <a:pt x="21408" y="15012"/>
                    <a:pt x="21600" y="13175"/>
                    <a:pt x="21600" y="11338"/>
                  </a:cubicBezTo>
                  <a:lnTo>
                    <a:pt x="21600" y="7538"/>
                  </a:lnTo>
                  <a:cubicBezTo>
                    <a:pt x="21600" y="2787"/>
                    <a:pt x="17219" y="0"/>
                    <a:pt x="11223" y="0"/>
                  </a:cubicBezTo>
                  <a:cubicBezTo>
                    <a:pt x="3920" y="0"/>
                    <a:pt x="0" y="5448"/>
                    <a:pt x="0" y="7728"/>
                  </a:cubicBezTo>
                  <a:lnTo>
                    <a:pt x="0" y="15329"/>
                  </a:lnTo>
                  <a:cubicBezTo>
                    <a:pt x="0" y="18496"/>
                    <a:pt x="4420" y="21600"/>
                    <a:pt x="9801" y="21600"/>
                  </a:cubicBezTo>
                  <a:cubicBezTo>
                    <a:pt x="14105" y="21600"/>
                    <a:pt x="18026" y="19763"/>
                    <a:pt x="20601" y="16152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8" name="Line">
              <a:extLst>
                <a:ext uri="{FF2B5EF4-FFF2-40B4-BE49-F238E27FC236}">
                  <a16:creationId xmlns:a16="http://schemas.microsoft.com/office/drawing/2014/main" id="{27A252B7-C08C-D7F8-D0CC-68F798ABD6FA}"/>
                </a:ext>
              </a:extLst>
            </p:cNvPr>
            <p:cNvSpPr/>
            <p:nvPr/>
          </p:nvSpPr>
          <p:spPr>
            <a:xfrm>
              <a:off x="7474637" y="8620967"/>
              <a:ext cx="457046" cy="3753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1126" y="17554"/>
                    <a:pt x="1930" y="13312"/>
                    <a:pt x="1930" y="9201"/>
                  </a:cubicBezTo>
                  <a:cubicBezTo>
                    <a:pt x="1930" y="7831"/>
                    <a:pt x="1769" y="6852"/>
                    <a:pt x="1662" y="5286"/>
                  </a:cubicBezTo>
                  <a:lnTo>
                    <a:pt x="3484" y="5286"/>
                  </a:lnTo>
                  <a:cubicBezTo>
                    <a:pt x="14525" y="5286"/>
                    <a:pt x="19242" y="0"/>
                    <a:pt x="20046" y="0"/>
                  </a:cubicBezTo>
                  <a:cubicBezTo>
                    <a:pt x="20850" y="0"/>
                    <a:pt x="21600" y="522"/>
                    <a:pt x="21600" y="3589"/>
                  </a:cubicBezTo>
                  <a:cubicBezTo>
                    <a:pt x="21600" y="7309"/>
                    <a:pt x="20206" y="12268"/>
                    <a:pt x="15222" y="16184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69" name="Shape">
              <a:extLst>
                <a:ext uri="{FF2B5EF4-FFF2-40B4-BE49-F238E27FC236}">
                  <a16:creationId xmlns:a16="http://schemas.microsoft.com/office/drawing/2014/main" id="{3E9A851F-36F1-75D1-82DD-43134F1218F2}"/>
                </a:ext>
              </a:extLst>
            </p:cNvPr>
            <p:cNvSpPr/>
            <p:nvPr/>
          </p:nvSpPr>
          <p:spPr>
            <a:xfrm>
              <a:off x="6578694" y="5015643"/>
              <a:ext cx="2440645" cy="19347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0" h="21600" extrusionOk="0">
                  <a:moveTo>
                    <a:pt x="1674" y="13"/>
                  </a:moveTo>
                  <a:cubicBezTo>
                    <a:pt x="1965" y="2811"/>
                    <a:pt x="4941" y="1393"/>
                    <a:pt x="4941" y="4786"/>
                  </a:cubicBezTo>
                  <a:cubicBezTo>
                    <a:pt x="4941" y="5280"/>
                    <a:pt x="4841" y="6001"/>
                    <a:pt x="4841" y="6634"/>
                  </a:cubicBezTo>
                  <a:cubicBezTo>
                    <a:pt x="4841" y="7356"/>
                    <a:pt x="4891" y="7989"/>
                    <a:pt x="5332" y="7989"/>
                  </a:cubicBezTo>
                  <a:cubicBezTo>
                    <a:pt x="5773" y="7989"/>
                    <a:pt x="5884" y="7597"/>
                    <a:pt x="5884" y="7065"/>
                  </a:cubicBezTo>
                  <a:cubicBezTo>
                    <a:pt x="5884" y="6533"/>
                    <a:pt x="5773" y="5875"/>
                    <a:pt x="5773" y="5520"/>
                  </a:cubicBezTo>
                  <a:cubicBezTo>
                    <a:pt x="5773" y="4368"/>
                    <a:pt x="6425" y="4102"/>
                    <a:pt x="6816" y="4102"/>
                  </a:cubicBezTo>
                  <a:cubicBezTo>
                    <a:pt x="7808" y="4102"/>
                    <a:pt x="8570" y="5381"/>
                    <a:pt x="10053" y="5381"/>
                  </a:cubicBezTo>
                  <a:cubicBezTo>
                    <a:pt x="9712" y="7495"/>
                    <a:pt x="6265" y="6938"/>
                    <a:pt x="6275" y="9243"/>
                  </a:cubicBezTo>
                  <a:cubicBezTo>
                    <a:pt x="6275" y="10395"/>
                    <a:pt x="7187" y="10661"/>
                    <a:pt x="7788" y="10661"/>
                  </a:cubicBezTo>
                  <a:cubicBezTo>
                    <a:pt x="8339" y="10661"/>
                    <a:pt x="8520" y="10559"/>
                    <a:pt x="8520" y="9964"/>
                  </a:cubicBezTo>
                  <a:cubicBezTo>
                    <a:pt x="8520" y="9635"/>
                    <a:pt x="8470" y="9268"/>
                    <a:pt x="8470" y="9040"/>
                  </a:cubicBezTo>
                  <a:cubicBezTo>
                    <a:pt x="8470" y="8913"/>
                    <a:pt x="8550" y="8774"/>
                    <a:pt x="8680" y="8774"/>
                  </a:cubicBezTo>
                  <a:cubicBezTo>
                    <a:pt x="9251" y="8774"/>
                    <a:pt x="12068" y="11471"/>
                    <a:pt x="12068" y="12294"/>
                  </a:cubicBezTo>
                  <a:cubicBezTo>
                    <a:pt x="12068" y="13054"/>
                    <a:pt x="9101" y="13813"/>
                    <a:pt x="8239" y="13813"/>
                  </a:cubicBezTo>
                  <a:cubicBezTo>
                    <a:pt x="7978" y="13813"/>
                    <a:pt x="7928" y="13585"/>
                    <a:pt x="7928" y="13446"/>
                  </a:cubicBezTo>
                  <a:cubicBezTo>
                    <a:pt x="7928" y="13218"/>
                    <a:pt x="8369" y="12522"/>
                    <a:pt x="8369" y="12129"/>
                  </a:cubicBezTo>
                  <a:cubicBezTo>
                    <a:pt x="8369" y="11838"/>
                    <a:pt x="7978" y="11636"/>
                    <a:pt x="6936" y="11636"/>
                  </a:cubicBezTo>
                  <a:cubicBezTo>
                    <a:pt x="6445" y="11636"/>
                    <a:pt x="6074" y="11699"/>
                    <a:pt x="6074" y="12193"/>
                  </a:cubicBezTo>
                  <a:cubicBezTo>
                    <a:pt x="6074" y="13079"/>
                    <a:pt x="7227" y="14168"/>
                    <a:pt x="7227" y="14991"/>
                  </a:cubicBezTo>
                  <a:cubicBezTo>
                    <a:pt x="7227" y="15649"/>
                    <a:pt x="6916" y="16042"/>
                    <a:pt x="6074" y="16042"/>
                  </a:cubicBezTo>
                  <a:cubicBezTo>
                    <a:pt x="5372" y="16042"/>
                    <a:pt x="4300" y="15345"/>
                    <a:pt x="4300" y="14193"/>
                  </a:cubicBezTo>
                  <a:cubicBezTo>
                    <a:pt x="4300" y="13269"/>
                    <a:pt x="5052" y="12345"/>
                    <a:pt x="5052" y="11788"/>
                  </a:cubicBezTo>
                  <a:cubicBezTo>
                    <a:pt x="5052" y="11623"/>
                    <a:pt x="4951" y="11357"/>
                    <a:pt x="4641" y="11357"/>
                  </a:cubicBezTo>
                  <a:cubicBezTo>
                    <a:pt x="3679" y="11357"/>
                    <a:pt x="3418" y="14586"/>
                    <a:pt x="0" y="14953"/>
                  </a:cubicBezTo>
                  <a:cubicBezTo>
                    <a:pt x="551" y="14332"/>
                    <a:pt x="1012" y="13636"/>
                    <a:pt x="1012" y="12218"/>
                  </a:cubicBezTo>
                  <a:cubicBezTo>
                    <a:pt x="1012" y="11522"/>
                    <a:pt x="882" y="10965"/>
                    <a:pt x="882" y="10205"/>
                  </a:cubicBezTo>
                  <a:cubicBezTo>
                    <a:pt x="882" y="9217"/>
                    <a:pt x="1243" y="8724"/>
                    <a:pt x="1764" y="8724"/>
                  </a:cubicBezTo>
                  <a:cubicBezTo>
                    <a:pt x="2726" y="8724"/>
                    <a:pt x="3197" y="10433"/>
                    <a:pt x="3829" y="10433"/>
                  </a:cubicBezTo>
                  <a:cubicBezTo>
                    <a:pt x="4170" y="10433"/>
                    <a:pt x="4530" y="10040"/>
                    <a:pt x="4530" y="9445"/>
                  </a:cubicBezTo>
                  <a:cubicBezTo>
                    <a:pt x="4530" y="6938"/>
                    <a:pt x="722" y="7306"/>
                    <a:pt x="722" y="3786"/>
                  </a:cubicBezTo>
                  <a:cubicBezTo>
                    <a:pt x="722" y="2836"/>
                    <a:pt x="982" y="1646"/>
                    <a:pt x="1684" y="0"/>
                  </a:cubicBezTo>
                  <a:moveTo>
                    <a:pt x="14123" y="9648"/>
                  </a:moveTo>
                  <a:cubicBezTo>
                    <a:pt x="14123" y="10471"/>
                    <a:pt x="14333" y="11420"/>
                    <a:pt x="14985" y="11420"/>
                  </a:cubicBezTo>
                  <a:cubicBezTo>
                    <a:pt x="15536" y="11420"/>
                    <a:pt x="15997" y="10370"/>
                    <a:pt x="15997" y="9217"/>
                  </a:cubicBezTo>
                  <a:cubicBezTo>
                    <a:pt x="15997" y="7901"/>
                    <a:pt x="15817" y="6875"/>
                    <a:pt x="15817" y="6356"/>
                  </a:cubicBezTo>
                  <a:cubicBezTo>
                    <a:pt x="15817" y="6128"/>
                    <a:pt x="15897" y="6027"/>
                    <a:pt x="15997" y="6027"/>
                  </a:cubicBezTo>
                  <a:cubicBezTo>
                    <a:pt x="16388" y="6065"/>
                    <a:pt x="16759" y="7407"/>
                    <a:pt x="17170" y="7407"/>
                  </a:cubicBezTo>
                  <a:cubicBezTo>
                    <a:pt x="17641" y="7407"/>
                    <a:pt x="18342" y="6318"/>
                    <a:pt x="18623" y="6318"/>
                  </a:cubicBezTo>
                  <a:cubicBezTo>
                    <a:pt x="18703" y="6318"/>
                    <a:pt x="18723" y="6445"/>
                    <a:pt x="18723" y="6483"/>
                  </a:cubicBezTo>
                  <a:cubicBezTo>
                    <a:pt x="18723" y="6976"/>
                    <a:pt x="18122" y="8065"/>
                    <a:pt x="18122" y="8496"/>
                  </a:cubicBezTo>
                  <a:cubicBezTo>
                    <a:pt x="18122" y="8863"/>
                    <a:pt x="19635" y="8926"/>
                    <a:pt x="19635" y="9255"/>
                  </a:cubicBezTo>
                  <a:cubicBezTo>
                    <a:pt x="19635" y="9749"/>
                    <a:pt x="18052" y="9749"/>
                    <a:pt x="17290" y="10180"/>
                  </a:cubicBezTo>
                  <a:cubicBezTo>
                    <a:pt x="16558" y="10572"/>
                    <a:pt x="16117" y="11066"/>
                    <a:pt x="16117" y="11724"/>
                  </a:cubicBezTo>
                  <a:cubicBezTo>
                    <a:pt x="16117" y="12383"/>
                    <a:pt x="16639" y="12509"/>
                    <a:pt x="17370" y="12509"/>
                  </a:cubicBezTo>
                  <a:cubicBezTo>
                    <a:pt x="19114" y="12509"/>
                    <a:pt x="20337" y="11319"/>
                    <a:pt x="20728" y="11319"/>
                  </a:cubicBezTo>
                  <a:cubicBezTo>
                    <a:pt x="20808" y="11319"/>
                    <a:pt x="20858" y="11382"/>
                    <a:pt x="20858" y="11484"/>
                  </a:cubicBezTo>
                  <a:cubicBezTo>
                    <a:pt x="20858" y="11813"/>
                    <a:pt x="19976" y="12902"/>
                    <a:pt x="19976" y="13396"/>
                  </a:cubicBezTo>
                  <a:cubicBezTo>
                    <a:pt x="19976" y="13953"/>
                    <a:pt x="21600" y="14611"/>
                    <a:pt x="21570" y="14940"/>
                  </a:cubicBezTo>
                  <a:cubicBezTo>
                    <a:pt x="21540" y="15042"/>
                    <a:pt x="21440" y="15067"/>
                    <a:pt x="21259" y="15067"/>
                  </a:cubicBezTo>
                  <a:cubicBezTo>
                    <a:pt x="20969" y="15067"/>
                    <a:pt x="20528" y="14966"/>
                    <a:pt x="20187" y="14966"/>
                  </a:cubicBezTo>
                  <a:cubicBezTo>
                    <a:pt x="19976" y="14966"/>
                    <a:pt x="19796" y="15004"/>
                    <a:pt x="19716" y="15130"/>
                  </a:cubicBezTo>
                  <a:cubicBezTo>
                    <a:pt x="19535" y="15396"/>
                    <a:pt x="19766" y="17143"/>
                    <a:pt x="19405" y="17143"/>
                  </a:cubicBezTo>
                  <a:cubicBezTo>
                    <a:pt x="19064" y="17143"/>
                    <a:pt x="18172" y="13256"/>
                    <a:pt x="16167" y="13256"/>
                  </a:cubicBezTo>
                  <a:cubicBezTo>
                    <a:pt x="15877" y="13256"/>
                    <a:pt x="15676" y="13547"/>
                    <a:pt x="15676" y="14041"/>
                  </a:cubicBezTo>
                  <a:cubicBezTo>
                    <a:pt x="15676" y="15358"/>
                    <a:pt x="16699" y="16877"/>
                    <a:pt x="17661" y="17599"/>
                  </a:cubicBezTo>
                  <a:cubicBezTo>
                    <a:pt x="18102" y="17966"/>
                    <a:pt x="18834" y="18321"/>
                    <a:pt x="18834" y="18523"/>
                  </a:cubicBezTo>
                  <a:cubicBezTo>
                    <a:pt x="18834" y="18916"/>
                    <a:pt x="17170" y="18561"/>
                    <a:pt x="17170" y="19220"/>
                  </a:cubicBezTo>
                  <a:cubicBezTo>
                    <a:pt x="17170" y="19815"/>
                    <a:pt x="17380" y="20701"/>
                    <a:pt x="17380" y="21233"/>
                  </a:cubicBezTo>
                  <a:cubicBezTo>
                    <a:pt x="17380" y="21397"/>
                    <a:pt x="17350" y="21600"/>
                    <a:pt x="17200" y="21600"/>
                  </a:cubicBezTo>
                  <a:cubicBezTo>
                    <a:pt x="16889" y="21600"/>
                    <a:pt x="16127" y="19789"/>
                    <a:pt x="15766" y="19789"/>
                  </a:cubicBezTo>
                  <a:cubicBezTo>
                    <a:pt x="15456" y="19789"/>
                    <a:pt x="14774" y="20878"/>
                    <a:pt x="14484" y="20878"/>
                  </a:cubicBezTo>
                  <a:cubicBezTo>
                    <a:pt x="14403" y="20878"/>
                    <a:pt x="14353" y="20777"/>
                    <a:pt x="14353" y="20688"/>
                  </a:cubicBezTo>
                  <a:cubicBezTo>
                    <a:pt x="14353" y="19929"/>
                    <a:pt x="15315" y="18219"/>
                    <a:pt x="15315" y="16536"/>
                  </a:cubicBezTo>
                  <a:cubicBezTo>
                    <a:pt x="15315" y="15751"/>
                    <a:pt x="15235" y="14029"/>
                    <a:pt x="14474" y="14029"/>
                  </a:cubicBezTo>
                  <a:cubicBezTo>
                    <a:pt x="13852" y="14029"/>
                    <a:pt x="13140" y="15282"/>
                    <a:pt x="12830" y="16536"/>
                  </a:cubicBezTo>
                  <a:cubicBezTo>
                    <a:pt x="12649" y="17257"/>
                    <a:pt x="12780" y="20055"/>
                    <a:pt x="12359" y="20055"/>
                  </a:cubicBezTo>
                  <a:cubicBezTo>
                    <a:pt x="11968" y="20055"/>
                    <a:pt x="12068" y="18181"/>
                    <a:pt x="11547" y="18181"/>
                  </a:cubicBezTo>
                  <a:cubicBezTo>
                    <a:pt x="11166" y="18181"/>
                    <a:pt x="10324" y="19068"/>
                    <a:pt x="10043" y="19068"/>
                  </a:cubicBezTo>
                  <a:cubicBezTo>
                    <a:pt x="9993" y="19068"/>
                    <a:pt x="9943" y="19030"/>
                    <a:pt x="9943" y="18966"/>
                  </a:cubicBezTo>
                  <a:cubicBezTo>
                    <a:pt x="9943" y="18574"/>
                    <a:pt x="10695" y="17283"/>
                    <a:pt x="10695" y="17017"/>
                  </a:cubicBezTo>
                  <a:cubicBezTo>
                    <a:pt x="10695" y="16523"/>
                    <a:pt x="8971" y="16460"/>
                    <a:pt x="8971" y="16067"/>
                  </a:cubicBezTo>
                  <a:cubicBezTo>
                    <a:pt x="8971" y="15839"/>
                    <a:pt x="9652" y="15675"/>
                    <a:pt x="10274" y="15535"/>
                  </a:cubicBezTo>
                  <a:cubicBezTo>
                    <a:pt x="11597" y="15231"/>
                    <a:pt x="13551" y="14016"/>
                    <a:pt x="13551" y="12307"/>
                  </a:cubicBezTo>
                  <a:cubicBezTo>
                    <a:pt x="13551" y="10395"/>
                    <a:pt x="12088" y="9572"/>
                    <a:pt x="11126" y="8787"/>
                  </a:cubicBezTo>
                  <a:cubicBezTo>
                    <a:pt x="10625" y="8394"/>
                    <a:pt x="10083" y="8065"/>
                    <a:pt x="10083" y="7799"/>
                  </a:cubicBezTo>
                  <a:cubicBezTo>
                    <a:pt x="10083" y="7533"/>
                    <a:pt x="10715" y="7533"/>
                    <a:pt x="10975" y="7533"/>
                  </a:cubicBezTo>
                  <a:cubicBezTo>
                    <a:pt x="11366" y="7533"/>
                    <a:pt x="11757" y="7495"/>
                    <a:pt x="11757" y="7103"/>
                  </a:cubicBezTo>
                  <a:cubicBezTo>
                    <a:pt x="11757" y="6799"/>
                    <a:pt x="11707" y="6217"/>
                    <a:pt x="11707" y="5748"/>
                  </a:cubicBezTo>
                  <a:cubicBezTo>
                    <a:pt x="11707" y="5419"/>
                    <a:pt x="11737" y="5153"/>
                    <a:pt x="11837" y="5153"/>
                  </a:cubicBezTo>
                  <a:cubicBezTo>
                    <a:pt x="12228" y="5153"/>
                    <a:pt x="12780" y="6761"/>
                    <a:pt x="13040" y="6761"/>
                  </a:cubicBezTo>
                  <a:cubicBezTo>
                    <a:pt x="13461" y="6761"/>
                    <a:pt x="14032" y="5444"/>
                    <a:pt x="14423" y="5444"/>
                  </a:cubicBezTo>
                  <a:cubicBezTo>
                    <a:pt x="14554" y="5444"/>
                    <a:pt x="14604" y="5546"/>
                    <a:pt x="14604" y="5837"/>
                  </a:cubicBezTo>
                  <a:cubicBezTo>
                    <a:pt x="14604" y="7052"/>
                    <a:pt x="14113" y="8432"/>
                    <a:pt x="14113" y="9623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0" name="Shape">
              <a:extLst>
                <a:ext uri="{FF2B5EF4-FFF2-40B4-BE49-F238E27FC236}">
                  <a16:creationId xmlns:a16="http://schemas.microsoft.com/office/drawing/2014/main" id="{2EE4EBD7-4AED-C26B-454E-FC6CE77FAB85}"/>
                </a:ext>
              </a:extLst>
            </p:cNvPr>
            <p:cNvSpPr/>
            <p:nvPr/>
          </p:nvSpPr>
          <p:spPr>
            <a:xfrm>
              <a:off x="5949264" y="6477506"/>
              <a:ext cx="1634248" cy="1711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977" y="2791"/>
                  </a:moveTo>
                  <a:cubicBezTo>
                    <a:pt x="13775" y="3020"/>
                    <a:pt x="14210" y="3607"/>
                    <a:pt x="14210" y="4094"/>
                  </a:cubicBezTo>
                  <a:cubicBezTo>
                    <a:pt x="14210" y="4910"/>
                    <a:pt x="13431" y="5167"/>
                    <a:pt x="12681" y="5167"/>
                  </a:cubicBezTo>
                  <a:cubicBezTo>
                    <a:pt x="12142" y="5167"/>
                    <a:pt x="11512" y="5053"/>
                    <a:pt x="10852" y="5053"/>
                  </a:cubicBezTo>
                  <a:cubicBezTo>
                    <a:pt x="9998" y="5053"/>
                    <a:pt x="9144" y="5239"/>
                    <a:pt x="8439" y="6026"/>
                  </a:cubicBezTo>
                  <a:cubicBezTo>
                    <a:pt x="8949" y="6098"/>
                    <a:pt x="9683" y="6441"/>
                    <a:pt x="9683" y="7186"/>
                  </a:cubicBezTo>
                  <a:cubicBezTo>
                    <a:pt x="9683" y="9347"/>
                    <a:pt x="3403" y="7558"/>
                    <a:pt x="3403" y="13112"/>
                  </a:cubicBezTo>
                  <a:cubicBezTo>
                    <a:pt x="3403" y="16046"/>
                    <a:pt x="6610" y="19252"/>
                    <a:pt x="11437" y="19252"/>
                  </a:cubicBezTo>
                  <a:cubicBezTo>
                    <a:pt x="13940" y="19252"/>
                    <a:pt x="15529" y="18465"/>
                    <a:pt x="15529" y="17578"/>
                  </a:cubicBezTo>
                  <a:cubicBezTo>
                    <a:pt x="15529" y="16876"/>
                    <a:pt x="14195" y="17349"/>
                    <a:pt x="14195" y="16762"/>
                  </a:cubicBezTo>
                  <a:cubicBezTo>
                    <a:pt x="14195" y="16504"/>
                    <a:pt x="14660" y="16017"/>
                    <a:pt x="14660" y="15602"/>
                  </a:cubicBezTo>
                  <a:cubicBezTo>
                    <a:pt x="14660" y="15416"/>
                    <a:pt x="14510" y="15087"/>
                    <a:pt x="14195" y="15087"/>
                  </a:cubicBezTo>
                  <a:cubicBezTo>
                    <a:pt x="13491" y="15087"/>
                    <a:pt x="12172" y="16161"/>
                    <a:pt x="9473" y="16175"/>
                  </a:cubicBezTo>
                  <a:cubicBezTo>
                    <a:pt x="7360" y="16175"/>
                    <a:pt x="5291" y="15030"/>
                    <a:pt x="5291" y="13455"/>
                  </a:cubicBezTo>
                  <a:cubicBezTo>
                    <a:pt x="5291" y="13126"/>
                    <a:pt x="5441" y="12940"/>
                    <a:pt x="5681" y="12926"/>
                  </a:cubicBezTo>
                  <a:cubicBezTo>
                    <a:pt x="5921" y="12926"/>
                    <a:pt x="6221" y="13069"/>
                    <a:pt x="6505" y="13069"/>
                  </a:cubicBezTo>
                  <a:cubicBezTo>
                    <a:pt x="6745" y="13069"/>
                    <a:pt x="6775" y="12911"/>
                    <a:pt x="6775" y="12511"/>
                  </a:cubicBezTo>
                  <a:cubicBezTo>
                    <a:pt x="6775" y="12095"/>
                    <a:pt x="6775" y="10950"/>
                    <a:pt x="7510" y="10950"/>
                  </a:cubicBezTo>
                  <a:cubicBezTo>
                    <a:pt x="8244" y="10950"/>
                    <a:pt x="9653" y="13555"/>
                    <a:pt x="15050" y="13555"/>
                  </a:cubicBezTo>
                  <a:cubicBezTo>
                    <a:pt x="16833" y="13555"/>
                    <a:pt x="20311" y="13212"/>
                    <a:pt x="21600" y="12095"/>
                  </a:cubicBezTo>
                  <a:cubicBezTo>
                    <a:pt x="21570" y="16189"/>
                    <a:pt x="18212" y="21600"/>
                    <a:pt x="11197" y="21600"/>
                  </a:cubicBezTo>
                  <a:cubicBezTo>
                    <a:pt x="3897" y="21600"/>
                    <a:pt x="0" y="16017"/>
                    <a:pt x="0" y="10879"/>
                  </a:cubicBezTo>
                  <a:cubicBezTo>
                    <a:pt x="0" y="5182"/>
                    <a:pt x="4857" y="0"/>
                    <a:pt x="11542" y="0"/>
                  </a:cubicBezTo>
                  <a:cubicBezTo>
                    <a:pt x="13251" y="0"/>
                    <a:pt x="14705" y="558"/>
                    <a:pt x="14705" y="1260"/>
                  </a:cubicBezTo>
                  <a:cubicBezTo>
                    <a:pt x="14705" y="2233"/>
                    <a:pt x="12172" y="1632"/>
                    <a:pt x="11977" y="2791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1" name="Line">
              <a:extLst>
                <a:ext uri="{FF2B5EF4-FFF2-40B4-BE49-F238E27FC236}">
                  <a16:creationId xmlns:a16="http://schemas.microsoft.com/office/drawing/2014/main" id="{E6C53B9A-08CE-7D80-5C81-EDE6FCA772DD}"/>
                </a:ext>
              </a:extLst>
            </p:cNvPr>
            <p:cNvSpPr/>
            <p:nvPr/>
          </p:nvSpPr>
          <p:spPr>
            <a:xfrm>
              <a:off x="7735482" y="6854029"/>
              <a:ext cx="390133" cy="5160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4" y="0"/>
                  </a:moveTo>
                  <a:cubicBezTo>
                    <a:pt x="2574" y="1329"/>
                    <a:pt x="3077" y="2706"/>
                    <a:pt x="3077" y="3940"/>
                  </a:cubicBezTo>
                  <a:cubicBezTo>
                    <a:pt x="3077" y="7406"/>
                    <a:pt x="0" y="10634"/>
                    <a:pt x="0" y="14194"/>
                  </a:cubicBezTo>
                  <a:cubicBezTo>
                    <a:pt x="0" y="18277"/>
                    <a:pt x="4081" y="21600"/>
                    <a:pt x="10298" y="21600"/>
                  </a:cubicBezTo>
                  <a:cubicBezTo>
                    <a:pt x="17016" y="21600"/>
                    <a:pt x="21600" y="17517"/>
                    <a:pt x="21600" y="12723"/>
                  </a:cubicBezTo>
                  <a:cubicBezTo>
                    <a:pt x="21600" y="6171"/>
                    <a:pt x="13751" y="617"/>
                    <a:pt x="1507" y="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2" name="Line">
              <a:extLst>
                <a:ext uri="{FF2B5EF4-FFF2-40B4-BE49-F238E27FC236}">
                  <a16:creationId xmlns:a16="http://schemas.microsoft.com/office/drawing/2014/main" id="{A49B0911-0E0B-B69D-20FE-914C45F0E0F8}"/>
                </a:ext>
              </a:extLst>
            </p:cNvPr>
            <p:cNvSpPr/>
            <p:nvPr/>
          </p:nvSpPr>
          <p:spPr>
            <a:xfrm>
              <a:off x="6783966" y="7044559"/>
              <a:ext cx="286947" cy="362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6" h="21600" extrusionOk="0">
                  <a:moveTo>
                    <a:pt x="85" y="0"/>
                  </a:moveTo>
                  <a:cubicBezTo>
                    <a:pt x="2296" y="1755"/>
                    <a:pt x="2976" y="3510"/>
                    <a:pt x="2976" y="5265"/>
                  </a:cubicBezTo>
                  <a:cubicBezTo>
                    <a:pt x="2976" y="7898"/>
                    <a:pt x="1446" y="10732"/>
                    <a:pt x="1446" y="13702"/>
                  </a:cubicBezTo>
                  <a:cubicBezTo>
                    <a:pt x="1446" y="17888"/>
                    <a:pt x="5443" y="21600"/>
                    <a:pt x="11140" y="21600"/>
                  </a:cubicBezTo>
                  <a:cubicBezTo>
                    <a:pt x="17348" y="21600"/>
                    <a:pt x="21600" y="17752"/>
                    <a:pt x="21515" y="13162"/>
                  </a:cubicBezTo>
                  <a:cubicBezTo>
                    <a:pt x="21515" y="6480"/>
                    <a:pt x="12841" y="0"/>
                    <a:pt x="0" y="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3" name="Line">
              <a:extLst>
                <a:ext uri="{FF2B5EF4-FFF2-40B4-BE49-F238E27FC236}">
                  <a16:creationId xmlns:a16="http://schemas.microsoft.com/office/drawing/2014/main" id="{96D4E197-B0EB-A63C-4B41-832A57439EFA}"/>
                </a:ext>
              </a:extLst>
            </p:cNvPr>
            <p:cNvSpPr/>
            <p:nvPr/>
          </p:nvSpPr>
          <p:spPr>
            <a:xfrm>
              <a:off x="7136674" y="6541016"/>
              <a:ext cx="519421" cy="8006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8" y="31"/>
                  </a:moveTo>
                  <a:cubicBezTo>
                    <a:pt x="14573" y="1622"/>
                    <a:pt x="21600" y="7893"/>
                    <a:pt x="21600" y="13798"/>
                  </a:cubicBezTo>
                  <a:cubicBezTo>
                    <a:pt x="21600" y="17867"/>
                    <a:pt x="17686" y="21600"/>
                    <a:pt x="10800" y="21600"/>
                  </a:cubicBezTo>
                  <a:cubicBezTo>
                    <a:pt x="4528" y="21600"/>
                    <a:pt x="0" y="18816"/>
                    <a:pt x="0" y="14349"/>
                  </a:cubicBezTo>
                  <a:cubicBezTo>
                    <a:pt x="0" y="11014"/>
                    <a:pt x="4009" y="7496"/>
                    <a:pt x="4009" y="4069"/>
                  </a:cubicBezTo>
                  <a:cubicBezTo>
                    <a:pt x="4009" y="2723"/>
                    <a:pt x="3396" y="1377"/>
                    <a:pt x="1698" y="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4" name="Shape">
              <a:extLst>
                <a:ext uri="{FF2B5EF4-FFF2-40B4-BE49-F238E27FC236}">
                  <a16:creationId xmlns:a16="http://schemas.microsoft.com/office/drawing/2014/main" id="{C4A52FED-741D-97D8-7861-68341B09E2E9}"/>
                </a:ext>
              </a:extLst>
            </p:cNvPr>
            <p:cNvSpPr/>
            <p:nvPr/>
          </p:nvSpPr>
          <p:spPr>
            <a:xfrm>
              <a:off x="7330606" y="6772374"/>
              <a:ext cx="148569" cy="235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4850"/>
                  </a:moveTo>
                  <a:cubicBezTo>
                    <a:pt x="0" y="18588"/>
                    <a:pt x="4287" y="21600"/>
                    <a:pt x="10388" y="21600"/>
                  </a:cubicBezTo>
                  <a:cubicBezTo>
                    <a:pt x="17313" y="21600"/>
                    <a:pt x="21600" y="17862"/>
                    <a:pt x="21600" y="13500"/>
                  </a:cubicBezTo>
                  <a:cubicBezTo>
                    <a:pt x="21600" y="7788"/>
                    <a:pt x="13356" y="0"/>
                    <a:pt x="5606" y="0"/>
                  </a:cubicBezTo>
                  <a:cubicBezTo>
                    <a:pt x="2144" y="0"/>
                    <a:pt x="3463" y="3219"/>
                    <a:pt x="2638" y="6750"/>
                  </a:cubicBezTo>
                  <a:cubicBezTo>
                    <a:pt x="2144" y="9450"/>
                    <a:pt x="0" y="12669"/>
                    <a:pt x="0" y="1485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5" name="Shape">
              <a:extLst>
                <a:ext uri="{FF2B5EF4-FFF2-40B4-BE49-F238E27FC236}">
                  <a16:creationId xmlns:a16="http://schemas.microsoft.com/office/drawing/2014/main" id="{430A7341-D07C-7AD0-E1EA-52133BA8C9B9}"/>
                </a:ext>
              </a:extLst>
            </p:cNvPr>
            <p:cNvSpPr/>
            <p:nvPr/>
          </p:nvSpPr>
          <p:spPr>
            <a:xfrm>
              <a:off x="3582384" y="3084259"/>
              <a:ext cx="1644455" cy="11715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420" y="15055"/>
                  </a:moveTo>
                  <a:cubicBezTo>
                    <a:pt x="7731" y="15055"/>
                    <a:pt x="9236" y="5039"/>
                    <a:pt x="9236" y="3346"/>
                  </a:cubicBezTo>
                  <a:cubicBezTo>
                    <a:pt x="9236" y="2906"/>
                    <a:pt x="9117" y="2593"/>
                    <a:pt x="8849" y="2593"/>
                  </a:cubicBezTo>
                  <a:cubicBezTo>
                    <a:pt x="7642" y="2593"/>
                    <a:pt x="5988" y="12128"/>
                    <a:pt x="5988" y="14240"/>
                  </a:cubicBezTo>
                  <a:cubicBezTo>
                    <a:pt x="5988" y="14616"/>
                    <a:pt x="6063" y="15055"/>
                    <a:pt x="6420" y="15055"/>
                  </a:cubicBezTo>
                  <a:moveTo>
                    <a:pt x="15910" y="18045"/>
                  </a:moveTo>
                  <a:cubicBezTo>
                    <a:pt x="16878" y="18045"/>
                    <a:pt x="17965" y="12818"/>
                    <a:pt x="17950" y="9556"/>
                  </a:cubicBezTo>
                  <a:cubicBezTo>
                    <a:pt x="17950" y="8845"/>
                    <a:pt x="17876" y="8092"/>
                    <a:pt x="17638" y="8092"/>
                  </a:cubicBezTo>
                  <a:cubicBezTo>
                    <a:pt x="16818" y="8092"/>
                    <a:pt x="15478" y="13487"/>
                    <a:pt x="15478" y="16414"/>
                  </a:cubicBezTo>
                  <a:cubicBezTo>
                    <a:pt x="15478" y="17564"/>
                    <a:pt x="15671" y="18045"/>
                    <a:pt x="15910" y="18045"/>
                  </a:cubicBezTo>
                  <a:moveTo>
                    <a:pt x="9593" y="13194"/>
                  </a:moveTo>
                  <a:cubicBezTo>
                    <a:pt x="10025" y="13194"/>
                    <a:pt x="10562" y="12546"/>
                    <a:pt x="11575" y="10957"/>
                  </a:cubicBezTo>
                  <a:cubicBezTo>
                    <a:pt x="11649" y="10246"/>
                    <a:pt x="11649" y="9598"/>
                    <a:pt x="11649" y="8782"/>
                  </a:cubicBezTo>
                  <a:cubicBezTo>
                    <a:pt x="11649" y="7695"/>
                    <a:pt x="11336" y="6503"/>
                    <a:pt x="10874" y="6503"/>
                  </a:cubicBezTo>
                  <a:cubicBezTo>
                    <a:pt x="9713" y="6503"/>
                    <a:pt x="9132" y="10852"/>
                    <a:pt x="9132" y="12002"/>
                  </a:cubicBezTo>
                  <a:cubicBezTo>
                    <a:pt x="9132" y="12651"/>
                    <a:pt x="9370" y="13194"/>
                    <a:pt x="9593" y="13194"/>
                  </a:cubicBezTo>
                  <a:moveTo>
                    <a:pt x="14897" y="10978"/>
                  </a:moveTo>
                  <a:cubicBezTo>
                    <a:pt x="14897" y="10058"/>
                    <a:pt x="14733" y="9828"/>
                    <a:pt x="14584" y="9828"/>
                  </a:cubicBezTo>
                  <a:cubicBezTo>
                    <a:pt x="14196" y="9828"/>
                    <a:pt x="13764" y="10476"/>
                    <a:pt x="13154" y="11961"/>
                  </a:cubicBezTo>
                  <a:cubicBezTo>
                    <a:pt x="13228" y="13926"/>
                    <a:pt x="13466" y="14783"/>
                    <a:pt x="13854" y="14783"/>
                  </a:cubicBezTo>
                  <a:cubicBezTo>
                    <a:pt x="14286" y="14783"/>
                    <a:pt x="14897" y="12881"/>
                    <a:pt x="14897" y="10978"/>
                  </a:cubicBezTo>
                  <a:moveTo>
                    <a:pt x="17876" y="4537"/>
                  </a:moveTo>
                  <a:cubicBezTo>
                    <a:pt x="20438" y="4537"/>
                    <a:pt x="21600" y="7632"/>
                    <a:pt x="21600" y="11124"/>
                  </a:cubicBezTo>
                  <a:cubicBezTo>
                    <a:pt x="21600" y="12651"/>
                    <a:pt x="21287" y="14888"/>
                    <a:pt x="20796" y="14888"/>
                  </a:cubicBezTo>
                  <a:cubicBezTo>
                    <a:pt x="20289" y="14888"/>
                    <a:pt x="20364" y="13633"/>
                    <a:pt x="20289" y="12483"/>
                  </a:cubicBezTo>
                  <a:cubicBezTo>
                    <a:pt x="20215" y="11020"/>
                    <a:pt x="20021" y="10685"/>
                    <a:pt x="19663" y="10685"/>
                  </a:cubicBezTo>
                  <a:cubicBezTo>
                    <a:pt x="19008" y="10685"/>
                    <a:pt x="18576" y="12860"/>
                    <a:pt x="18576" y="14867"/>
                  </a:cubicBezTo>
                  <a:cubicBezTo>
                    <a:pt x="18576" y="16122"/>
                    <a:pt x="18725" y="17523"/>
                    <a:pt x="19425" y="17523"/>
                  </a:cubicBezTo>
                  <a:cubicBezTo>
                    <a:pt x="19812" y="17523"/>
                    <a:pt x="20155" y="17251"/>
                    <a:pt x="20393" y="16916"/>
                  </a:cubicBezTo>
                  <a:cubicBezTo>
                    <a:pt x="20244" y="19425"/>
                    <a:pt x="18919" y="21600"/>
                    <a:pt x="17057" y="21600"/>
                  </a:cubicBezTo>
                  <a:cubicBezTo>
                    <a:pt x="13645" y="21600"/>
                    <a:pt x="12364" y="15996"/>
                    <a:pt x="11977" y="12734"/>
                  </a:cubicBezTo>
                  <a:cubicBezTo>
                    <a:pt x="9921" y="15787"/>
                    <a:pt x="8029" y="18024"/>
                    <a:pt x="4618" y="18024"/>
                  </a:cubicBezTo>
                  <a:cubicBezTo>
                    <a:pt x="1445" y="18024"/>
                    <a:pt x="0" y="14762"/>
                    <a:pt x="0" y="11668"/>
                  </a:cubicBezTo>
                  <a:cubicBezTo>
                    <a:pt x="0" y="10748"/>
                    <a:pt x="223" y="8343"/>
                    <a:pt x="1043" y="8343"/>
                  </a:cubicBezTo>
                  <a:cubicBezTo>
                    <a:pt x="2011" y="8343"/>
                    <a:pt x="1162" y="12797"/>
                    <a:pt x="3054" y="12797"/>
                  </a:cubicBezTo>
                  <a:cubicBezTo>
                    <a:pt x="3516" y="12797"/>
                    <a:pt x="4365" y="12253"/>
                    <a:pt x="4841" y="10455"/>
                  </a:cubicBezTo>
                  <a:cubicBezTo>
                    <a:pt x="5110" y="9368"/>
                    <a:pt x="5273" y="8218"/>
                    <a:pt x="5273" y="7235"/>
                  </a:cubicBezTo>
                  <a:cubicBezTo>
                    <a:pt x="5273" y="5771"/>
                    <a:pt x="5035" y="4851"/>
                    <a:pt x="4260" y="4851"/>
                  </a:cubicBezTo>
                  <a:cubicBezTo>
                    <a:pt x="3605" y="4851"/>
                    <a:pt x="2786" y="5562"/>
                    <a:pt x="2518" y="5938"/>
                  </a:cubicBezTo>
                  <a:cubicBezTo>
                    <a:pt x="3441" y="2028"/>
                    <a:pt x="5690" y="0"/>
                    <a:pt x="8178" y="0"/>
                  </a:cubicBezTo>
                  <a:cubicBezTo>
                    <a:pt x="11247" y="0"/>
                    <a:pt x="12871" y="3806"/>
                    <a:pt x="12871" y="8050"/>
                  </a:cubicBezTo>
                  <a:cubicBezTo>
                    <a:pt x="12871" y="8657"/>
                    <a:pt x="12826" y="9305"/>
                    <a:pt x="12751" y="9890"/>
                  </a:cubicBezTo>
                  <a:cubicBezTo>
                    <a:pt x="14062" y="6838"/>
                    <a:pt x="15895" y="4496"/>
                    <a:pt x="17861" y="4496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6" name="Line">
              <a:extLst>
                <a:ext uri="{FF2B5EF4-FFF2-40B4-BE49-F238E27FC236}">
                  <a16:creationId xmlns:a16="http://schemas.microsoft.com/office/drawing/2014/main" id="{30184289-026F-1176-A7A5-5CB2BCC8190C}"/>
                </a:ext>
              </a:extLst>
            </p:cNvPr>
            <p:cNvSpPr/>
            <p:nvPr/>
          </p:nvSpPr>
          <p:spPr>
            <a:xfrm>
              <a:off x="3485985" y="4125369"/>
              <a:ext cx="1661467" cy="19926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80" y="0"/>
                  </a:moveTo>
                  <a:cubicBezTo>
                    <a:pt x="10129" y="0"/>
                    <a:pt x="10055" y="1672"/>
                    <a:pt x="10055" y="5028"/>
                  </a:cubicBezTo>
                  <a:cubicBezTo>
                    <a:pt x="8832" y="2828"/>
                    <a:pt x="6797" y="455"/>
                    <a:pt x="4408" y="455"/>
                  </a:cubicBezTo>
                  <a:cubicBezTo>
                    <a:pt x="2801" y="455"/>
                    <a:pt x="2182" y="1352"/>
                    <a:pt x="2182" y="2914"/>
                  </a:cubicBezTo>
                  <a:cubicBezTo>
                    <a:pt x="2182" y="3233"/>
                    <a:pt x="2226" y="3713"/>
                    <a:pt x="2300" y="3995"/>
                  </a:cubicBezTo>
                  <a:cubicBezTo>
                    <a:pt x="2492" y="3455"/>
                    <a:pt x="3111" y="3233"/>
                    <a:pt x="3878" y="3233"/>
                  </a:cubicBezTo>
                  <a:cubicBezTo>
                    <a:pt x="5529" y="3233"/>
                    <a:pt x="7519" y="4290"/>
                    <a:pt x="8832" y="5729"/>
                  </a:cubicBezTo>
                  <a:cubicBezTo>
                    <a:pt x="7343" y="5508"/>
                    <a:pt x="5883" y="5286"/>
                    <a:pt x="4644" y="5286"/>
                  </a:cubicBezTo>
                  <a:cubicBezTo>
                    <a:pt x="3878" y="5286"/>
                    <a:pt x="3185" y="5348"/>
                    <a:pt x="2610" y="5581"/>
                  </a:cubicBezTo>
                  <a:cubicBezTo>
                    <a:pt x="1504" y="5999"/>
                    <a:pt x="0" y="7376"/>
                    <a:pt x="0" y="9454"/>
                  </a:cubicBezTo>
                  <a:cubicBezTo>
                    <a:pt x="0" y="9773"/>
                    <a:pt x="44" y="10130"/>
                    <a:pt x="118" y="10511"/>
                  </a:cubicBezTo>
                  <a:cubicBezTo>
                    <a:pt x="1460" y="8015"/>
                    <a:pt x="5028" y="6897"/>
                    <a:pt x="7328" y="6897"/>
                  </a:cubicBezTo>
                  <a:cubicBezTo>
                    <a:pt x="7785" y="6897"/>
                    <a:pt x="8139" y="6934"/>
                    <a:pt x="8404" y="6958"/>
                  </a:cubicBezTo>
                  <a:cubicBezTo>
                    <a:pt x="7210" y="7856"/>
                    <a:pt x="6944" y="9417"/>
                    <a:pt x="6871" y="10474"/>
                  </a:cubicBezTo>
                  <a:cubicBezTo>
                    <a:pt x="6826" y="10991"/>
                    <a:pt x="6605" y="11015"/>
                    <a:pt x="6178" y="11015"/>
                  </a:cubicBezTo>
                  <a:cubicBezTo>
                    <a:pt x="6178" y="12072"/>
                    <a:pt x="7180" y="13634"/>
                    <a:pt x="7180" y="14433"/>
                  </a:cubicBezTo>
                  <a:cubicBezTo>
                    <a:pt x="7180" y="14716"/>
                    <a:pt x="6989" y="14974"/>
                    <a:pt x="6797" y="15047"/>
                  </a:cubicBezTo>
                  <a:cubicBezTo>
                    <a:pt x="6797" y="16449"/>
                    <a:pt x="8493" y="17482"/>
                    <a:pt x="8493" y="18367"/>
                  </a:cubicBezTo>
                  <a:cubicBezTo>
                    <a:pt x="8493" y="18588"/>
                    <a:pt x="8419" y="18785"/>
                    <a:pt x="8301" y="18883"/>
                  </a:cubicBezTo>
                  <a:cubicBezTo>
                    <a:pt x="8419" y="19461"/>
                    <a:pt x="10277" y="20432"/>
                    <a:pt x="10512" y="20912"/>
                  </a:cubicBezTo>
                  <a:cubicBezTo>
                    <a:pt x="10807" y="21502"/>
                    <a:pt x="11146" y="21600"/>
                    <a:pt x="11338" y="21600"/>
                  </a:cubicBezTo>
                  <a:cubicBezTo>
                    <a:pt x="11987" y="21600"/>
                    <a:pt x="13019" y="20961"/>
                    <a:pt x="13019" y="20383"/>
                  </a:cubicBezTo>
                  <a:cubicBezTo>
                    <a:pt x="13019" y="20186"/>
                    <a:pt x="12827" y="19965"/>
                    <a:pt x="12680" y="19867"/>
                  </a:cubicBezTo>
                  <a:cubicBezTo>
                    <a:pt x="11943" y="19424"/>
                    <a:pt x="11559" y="18465"/>
                    <a:pt x="11250" y="17826"/>
                  </a:cubicBezTo>
                  <a:cubicBezTo>
                    <a:pt x="10984" y="17826"/>
                    <a:pt x="10630" y="17727"/>
                    <a:pt x="10512" y="17359"/>
                  </a:cubicBezTo>
                  <a:cubicBezTo>
                    <a:pt x="10306" y="16695"/>
                    <a:pt x="10291" y="15465"/>
                    <a:pt x="9982" y="14728"/>
                  </a:cubicBezTo>
                  <a:cubicBezTo>
                    <a:pt x="9480" y="14629"/>
                    <a:pt x="9245" y="14470"/>
                    <a:pt x="9245" y="13609"/>
                  </a:cubicBezTo>
                  <a:cubicBezTo>
                    <a:pt x="9245" y="13191"/>
                    <a:pt x="9554" y="11556"/>
                    <a:pt x="9554" y="10991"/>
                  </a:cubicBezTo>
                  <a:cubicBezTo>
                    <a:pt x="9318" y="10991"/>
                    <a:pt x="9023" y="10868"/>
                    <a:pt x="9023" y="10474"/>
                  </a:cubicBezTo>
                  <a:cubicBezTo>
                    <a:pt x="9023" y="9454"/>
                    <a:pt x="10247" y="8655"/>
                    <a:pt x="10586" y="7339"/>
                  </a:cubicBezTo>
                  <a:cubicBezTo>
                    <a:pt x="12783" y="8679"/>
                    <a:pt x="13314" y="10056"/>
                    <a:pt x="13314" y="11273"/>
                  </a:cubicBezTo>
                  <a:cubicBezTo>
                    <a:pt x="13314" y="11913"/>
                    <a:pt x="13196" y="12515"/>
                    <a:pt x="13048" y="13093"/>
                  </a:cubicBezTo>
                  <a:cubicBezTo>
                    <a:pt x="14656" y="12417"/>
                    <a:pt x="17074" y="11421"/>
                    <a:pt x="17074" y="9405"/>
                  </a:cubicBezTo>
                  <a:cubicBezTo>
                    <a:pt x="17074" y="8224"/>
                    <a:pt x="16425" y="6909"/>
                    <a:pt x="12075" y="6405"/>
                  </a:cubicBezTo>
                  <a:cubicBezTo>
                    <a:pt x="13417" y="5987"/>
                    <a:pt x="15113" y="5766"/>
                    <a:pt x="16528" y="5766"/>
                  </a:cubicBezTo>
                  <a:cubicBezTo>
                    <a:pt x="18976" y="5766"/>
                    <a:pt x="20406" y="6405"/>
                    <a:pt x="20715" y="7843"/>
                  </a:cubicBezTo>
                  <a:cubicBezTo>
                    <a:pt x="21217" y="7204"/>
                    <a:pt x="21600" y="6466"/>
                    <a:pt x="21600" y="5803"/>
                  </a:cubicBezTo>
                  <a:cubicBezTo>
                    <a:pt x="21600" y="4229"/>
                    <a:pt x="20022" y="3209"/>
                    <a:pt x="18032" y="3209"/>
                  </a:cubicBezTo>
                  <a:cubicBezTo>
                    <a:pt x="15688" y="3209"/>
                    <a:pt x="13623" y="4229"/>
                    <a:pt x="11397" y="5483"/>
                  </a:cubicBezTo>
                  <a:cubicBezTo>
                    <a:pt x="12400" y="3750"/>
                    <a:pt x="13078" y="2729"/>
                    <a:pt x="14316" y="2729"/>
                  </a:cubicBezTo>
                  <a:cubicBezTo>
                    <a:pt x="14508" y="2729"/>
                    <a:pt x="14700" y="2766"/>
                    <a:pt x="14891" y="2791"/>
                  </a:cubicBezTo>
                  <a:cubicBezTo>
                    <a:pt x="14434" y="1389"/>
                    <a:pt x="12709" y="12"/>
                    <a:pt x="11780" y="12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7" name="Line">
              <a:extLst>
                <a:ext uri="{FF2B5EF4-FFF2-40B4-BE49-F238E27FC236}">
                  <a16:creationId xmlns:a16="http://schemas.microsoft.com/office/drawing/2014/main" id="{D83D932F-2886-A30E-446B-09D81E743FED}"/>
                </a:ext>
              </a:extLst>
            </p:cNvPr>
            <p:cNvSpPr/>
            <p:nvPr/>
          </p:nvSpPr>
          <p:spPr>
            <a:xfrm>
              <a:off x="8829896" y="6248417"/>
              <a:ext cx="802948" cy="10921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31" y="0"/>
                  </a:moveTo>
                  <a:cubicBezTo>
                    <a:pt x="18397" y="0"/>
                    <a:pt x="21569" y="3791"/>
                    <a:pt x="21600" y="8232"/>
                  </a:cubicBezTo>
                  <a:cubicBezTo>
                    <a:pt x="21600" y="12964"/>
                    <a:pt x="18580" y="18101"/>
                    <a:pt x="13210" y="21600"/>
                  </a:cubicBezTo>
                  <a:cubicBezTo>
                    <a:pt x="13119" y="13727"/>
                    <a:pt x="0" y="16239"/>
                    <a:pt x="0" y="10520"/>
                  </a:cubicBezTo>
                  <a:cubicBezTo>
                    <a:pt x="0" y="8075"/>
                    <a:pt x="2380" y="6437"/>
                    <a:pt x="5247" y="6437"/>
                  </a:cubicBezTo>
                  <a:cubicBezTo>
                    <a:pt x="7780" y="6437"/>
                    <a:pt x="9763" y="6953"/>
                    <a:pt x="11197" y="8007"/>
                  </a:cubicBezTo>
                  <a:cubicBezTo>
                    <a:pt x="9763" y="7021"/>
                    <a:pt x="9061" y="5607"/>
                    <a:pt x="9031" y="4284"/>
                  </a:cubicBezTo>
                  <a:cubicBezTo>
                    <a:pt x="9031" y="2064"/>
                    <a:pt x="10922" y="22"/>
                    <a:pt x="14400" y="22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8" name="Line">
              <a:extLst>
                <a:ext uri="{FF2B5EF4-FFF2-40B4-BE49-F238E27FC236}">
                  <a16:creationId xmlns:a16="http://schemas.microsoft.com/office/drawing/2014/main" id="{3F89A53C-F78E-1D75-A860-C76DC7BE0A6B}"/>
                </a:ext>
              </a:extLst>
            </p:cNvPr>
            <p:cNvSpPr/>
            <p:nvPr/>
          </p:nvSpPr>
          <p:spPr>
            <a:xfrm>
              <a:off x="6654678" y="3339433"/>
              <a:ext cx="905018" cy="6964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97" extrusionOk="0">
                  <a:moveTo>
                    <a:pt x="1759" y="3326"/>
                  </a:moveTo>
                  <a:cubicBezTo>
                    <a:pt x="3600" y="5601"/>
                    <a:pt x="5224" y="6617"/>
                    <a:pt x="7200" y="6582"/>
                  </a:cubicBezTo>
                  <a:cubicBezTo>
                    <a:pt x="7985" y="6582"/>
                    <a:pt x="8905" y="6301"/>
                    <a:pt x="9392" y="6301"/>
                  </a:cubicBezTo>
                  <a:cubicBezTo>
                    <a:pt x="10015" y="6301"/>
                    <a:pt x="10448" y="6652"/>
                    <a:pt x="10448" y="7282"/>
                  </a:cubicBezTo>
                  <a:cubicBezTo>
                    <a:pt x="10448" y="8297"/>
                    <a:pt x="9744" y="9942"/>
                    <a:pt x="8905" y="10853"/>
                  </a:cubicBezTo>
                  <a:cubicBezTo>
                    <a:pt x="9744" y="11308"/>
                    <a:pt x="10665" y="11483"/>
                    <a:pt x="11666" y="11483"/>
                  </a:cubicBezTo>
                  <a:cubicBezTo>
                    <a:pt x="15672" y="11483"/>
                    <a:pt x="20247" y="8192"/>
                    <a:pt x="20247" y="0"/>
                  </a:cubicBezTo>
                  <a:cubicBezTo>
                    <a:pt x="21086" y="1435"/>
                    <a:pt x="21600" y="4446"/>
                    <a:pt x="21600" y="5811"/>
                  </a:cubicBezTo>
                  <a:cubicBezTo>
                    <a:pt x="21600" y="15754"/>
                    <a:pt x="15970" y="19570"/>
                    <a:pt x="10773" y="19570"/>
                  </a:cubicBezTo>
                  <a:cubicBezTo>
                    <a:pt x="7389" y="19570"/>
                    <a:pt x="5684" y="18134"/>
                    <a:pt x="5278" y="18134"/>
                  </a:cubicBezTo>
                  <a:cubicBezTo>
                    <a:pt x="3952" y="18134"/>
                    <a:pt x="4006" y="21600"/>
                    <a:pt x="3113" y="21495"/>
                  </a:cubicBezTo>
                  <a:cubicBezTo>
                    <a:pt x="1489" y="21145"/>
                    <a:pt x="0" y="16489"/>
                    <a:pt x="0" y="11588"/>
                  </a:cubicBezTo>
                  <a:cubicBezTo>
                    <a:pt x="0" y="8682"/>
                    <a:pt x="568" y="5566"/>
                    <a:pt x="1814" y="3291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79" name="Line">
              <a:extLst>
                <a:ext uri="{FF2B5EF4-FFF2-40B4-BE49-F238E27FC236}">
                  <a16:creationId xmlns:a16="http://schemas.microsoft.com/office/drawing/2014/main" id="{EBB38483-D2CB-A8DB-5CCF-221DE99CDBD2}"/>
                </a:ext>
              </a:extLst>
            </p:cNvPr>
            <p:cNvSpPr/>
            <p:nvPr/>
          </p:nvSpPr>
          <p:spPr>
            <a:xfrm>
              <a:off x="6764687" y="2957239"/>
              <a:ext cx="708817" cy="5523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476" y="10733"/>
                  </a:moveTo>
                  <a:cubicBezTo>
                    <a:pt x="11750" y="9225"/>
                    <a:pt x="9055" y="8427"/>
                    <a:pt x="7811" y="8427"/>
                  </a:cubicBezTo>
                  <a:cubicBezTo>
                    <a:pt x="3836" y="8427"/>
                    <a:pt x="1140" y="12020"/>
                    <a:pt x="622" y="15257"/>
                  </a:cubicBezTo>
                  <a:cubicBezTo>
                    <a:pt x="276" y="14104"/>
                    <a:pt x="0" y="12729"/>
                    <a:pt x="0" y="11310"/>
                  </a:cubicBezTo>
                  <a:cubicBezTo>
                    <a:pt x="0" y="6254"/>
                    <a:pt x="2696" y="0"/>
                    <a:pt x="9262" y="0"/>
                  </a:cubicBezTo>
                  <a:cubicBezTo>
                    <a:pt x="14999" y="0"/>
                    <a:pt x="17245" y="3903"/>
                    <a:pt x="18075" y="3903"/>
                  </a:cubicBezTo>
                  <a:cubicBezTo>
                    <a:pt x="18973" y="3903"/>
                    <a:pt x="19872" y="2750"/>
                    <a:pt x="20598" y="2750"/>
                  </a:cubicBezTo>
                  <a:cubicBezTo>
                    <a:pt x="21600" y="2750"/>
                    <a:pt x="21600" y="4701"/>
                    <a:pt x="21600" y="6121"/>
                  </a:cubicBezTo>
                  <a:cubicBezTo>
                    <a:pt x="21600" y="10733"/>
                    <a:pt x="19976" y="18717"/>
                    <a:pt x="15932" y="21600"/>
                  </a:cubicBezTo>
                  <a:cubicBezTo>
                    <a:pt x="15206" y="19648"/>
                    <a:pt x="13755" y="17431"/>
                    <a:pt x="11439" y="16056"/>
                  </a:cubicBezTo>
                  <a:cubicBezTo>
                    <a:pt x="10817" y="15701"/>
                    <a:pt x="10541" y="15036"/>
                    <a:pt x="10541" y="14326"/>
                  </a:cubicBezTo>
                  <a:cubicBezTo>
                    <a:pt x="10541" y="13040"/>
                    <a:pt x="11439" y="11443"/>
                    <a:pt x="12511" y="10733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0" name="Line">
              <a:extLst>
                <a:ext uri="{FF2B5EF4-FFF2-40B4-BE49-F238E27FC236}">
                  <a16:creationId xmlns:a16="http://schemas.microsoft.com/office/drawing/2014/main" id="{E0AD71A6-7CAB-C918-B501-26208E41BF46}"/>
                </a:ext>
              </a:extLst>
            </p:cNvPr>
            <p:cNvSpPr/>
            <p:nvPr/>
          </p:nvSpPr>
          <p:spPr>
            <a:xfrm>
              <a:off x="4675662" y="2572777"/>
              <a:ext cx="544372" cy="624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" y="588"/>
                  </a:moveTo>
                  <a:cubicBezTo>
                    <a:pt x="45" y="4155"/>
                    <a:pt x="14715" y="21600"/>
                    <a:pt x="17505" y="21600"/>
                  </a:cubicBezTo>
                  <a:cubicBezTo>
                    <a:pt x="19845" y="21600"/>
                    <a:pt x="21600" y="18033"/>
                    <a:pt x="21600" y="14975"/>
                  </a:cubicBezTo>
                  <a:cubicBezTo>
                    <a:pt x="21600" y="14152"/>
                    <a:pt x="21375" y="13368"/>
                    <a:pt x="20880" y="12740"/>
                  </a:cubicBezTo>
                  <a:cubicBezTo>
                    <a:pt x="18765" y="10192"/>
                    <a:pt x="3870" y="0"/>
                    <a:pt x="585" y="0"/>
                  </a:cubicBezTo>
                  <a:cubicBezTo>
                    <a:pt x="225" y="0"/>
                    <a:pt x="0" y="314"/>
                    <a:pt x="0" y="627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1" name="Shape">
              <a:extLst>
                <a:ext uri="{FF2B5EF4-FFF2-40B4-BE49-F238E27FC236}">
                  <a16:creationId xmlns:a16="http://schemas.microsoft.com/office/drawing/2014/main" id="{0B349085-64A7-BF2F-2B9C-67CCD1717815}"/>
                </a:ext>
              </a:extLst>
            </p:cNvPr>
            <p:cNvSpPr/>
            <p:nvPr/>
          </p:nvSpPr>
          <p:spPr>
            <a:xfrm>
              <a:off x="2165884" y="2256361"/>
              <a:ext cx="342501" cy="289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372"/>
                  </a:moveTo>
                  <a:cubicBezTo>
                    <a:pt x="21600" y="6776"/>
                    <a:pt x="7510" y="21600"/>
                    <a:pt x="2432" y="21600"/>
                  </a:cubicBezTo>
                  <a:cubicBezTo>
                    <a:pt x="572" y="21600"/>
                    <a:pt x="0" y="18974"/>
                    <a:pt x="0" y="16518"/>
                  </a:cubicBezTo>
                  <a:cubicBezTo>
                    <a:pt x="0" y="12113"/>
                    <a:pt x="1645" y="5929"/>
                    <a:pt x="3719" y="3981"/>
                  </a:cubicBezTo>
                  <a:cubicBezTo>
                    <a:pt x="6151" y="1355"/>
                    <a:pt x="11730" y="0"/>
                    <a:pt x="16021" y="0"/>
                  </a:cubicBezTo>
                  <a:cubicBezTo>
                    <a:pt x="18596" y="0"/>
                    <a:pt x="21600" y="678"/>
                    <a:pt x="21600" y="2372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2" name="Line" descr="The blue unilever logo, blue wordmark, white backgorund">
              <a:extLst>
                <a:ext uri="{FF2B5EF4-FFF2-40B4-BE49-F238E27FC236}">
                  <a16:creationId xmlns:a16="http://schemas.microsoft.com/office/drawing/2014/main" id="{486C5AC1-E6B0-47A7-E60B-D38D71A98C4E}"/>
                </a:ext>
              </a:extLst>
            </p:cNvPr>
            <p:cNvSpPr/>
            <p:nvPr/>
          </p:nvSpPr>
          <p:spPr>
            <a:xfrm>
              <a:off x="2151141" y="1510119"/>
              <a:ext cx="3054150" cy="19529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84" y="10474"/>
                  </a:moveTo>
                  <a:cubicBezTo>
                    <a:pt x="21584" y="9495"/>
                    <a:pt x="20736" y="8119"/>
                    <a:pt x="19884" y="6794"/>
                  </a:cubicBezTo>
                  <a:cubicBezTo>
                    <a:pt x="19031" y="5469"/>
                    <a:pt x="18175" y="4196"/>
                    <a:pt x="18159" y="3424"/>
                  </a:cubicBezTo>
                  <a:cubicBezTo>
                    <a:pt x="18159" y="3355"/>
                    <a:pt x="18171" y="3286"/>
                    <a:pt x="18192" y="3219"/>
                  </a:cubicBezTo>
                  <a:cubicBezTo>
                    <a:pt x="18213" y="3152"/>
                    <a:pt x="18243" y="3086"/>
                    <a:pt x="18279" y="3023"/>
                  </a:cubicBezTo>
                  <a:cubicBezTo>
                    <a:pt x="18568" y="2546"/>
                    <a:pt x="19316" y="2132"/>
                    <a:pt x="19991" y="1736"/>
                  </a:cubicBezTo>
                  <a:cubicBezTo>
                    <a:pt x="20666" y="1339"/>
                    <a:pt x="21267" y="960"/>
                    <a:pt x="21263" y="552"/>
                  </a:cubicBezTo>
                  <a:cubicBezTo>
                    <a:pt x="21263" y="125"/>
                    <a:pt x="20758" y="125"/>
                    <a:pt x="20509" y="125"/>
                  </a:cubicBezTo>
                  <a:cubicBezTo>
                    <a:pt x="18568" y="125"/>
                    <a:pt x="15729" y="1242"/>
                    <a:pt x="15729" y="2321"/>
                  </a:cubicBezTo>
                  <a:cubicBezTo>
                    <a:pt x="15729" y="3437"/>
                    <a:pt x="18279" y="6134"/>
                    <a:pt x="18279" y="7476"/>
                  </a:cubicBezTo>
                  <a:cubicBezTo>
                    <a:pt x="18279" y="7840"/>
                    <a:pt x="18135" y="7965"/>
                    <a:pt x="17902" y="7965"/>
                  </a:cubicBezTo>
                  <a:cubicBezTo>
                    <a:pt x="17197" y="7965"/>
                    <a:pt x="15649" y="6636"/>
                    <a:pt x="14919" y="6636"/>
                  </a:cubicBezTo>
                  <a:cubicBezTo>
                    <a:pt x="14582" y="6636"/>
                    <a:pt x="14461" y="6999"/>
                    <a:pt x="14461" y="7514"/>
                  </a:cubicBezTo>
                  <a:cubicBezTo>
                    <a:pt x="14461" y="9082"/>
                    <a:pt x="15657" y="12042"/>
                    <a:pt x="15657" y="12932"/>
                  </a:cubicBezTo>
                  <a:cubicBezTo>
                    <a:pt x="15657" y="13033"/>
                    <a:pt x="15633" y="13158"/>
                    <a:pt x="15552" y="13158"/>
                  </a:cubicBezTo>
                  <a:cubicBezTo>
                    <a:pt x="15175" y="13158"/>
                    <a:pt x="13403" y="9897"/>
                    <a:pt x="12777" y="9897"/>
                  </a:cubicBezTo>
                  <a:cubicBezTo>
                    <a:pt x="12545" y="9897"/>
                    <a:pt x="12528" y="10386"/>
                    <a:pt x="12528" y="11101"/>
                  </a:cubicBezTo>
                  <a:lnTo>
                    <a:pt x="12528" y="12205"/>
                  </a:lnTo>
                  <a:cubicBezTo>
                    <a:pt x="12528" y="12957"/>
                    <a:pt x="12512" y="13409"/>
                    <a:pt x="12280" y="13409"/>
                  </a:cubicBezTo>
                  <a:cubicBezTo>
                    <a:pt x="11734" y="13409"/>
                    <a:pt x="11486" y="11026"/>
                    <a:pt x="10964" y="11026"/>
                  </a:cubicBezTo>
                  <a:cubicBezTo>
                    <a:pt x="10419" y="11026"/>
                    <a:pt x="10323" y="15266"/>
                    <a:pt x="9801" y="15266"/>
                  </a:cubicBezTo>
                  <a:cubicBezTo>
                    <a:pt x="9192" y="15266"/>
                    <a:pt x="9713" y="10599"/>
                    <a:pt x="9128" y="10599"/>
                  </a:cubicBezTo>
                  <a:cubicBezTo>
                    <a:pt x="8478" y="10599"/>
                    <a:pt x="7748" y="13698"/>
                    <a:pt x="7291" y="13698"/>
                  </a:cubicBezTo>
                  <a:cubicBezTo>
                    <a:pt x="7122" y="13698"/>
                    <a:pt x="7082" y="13434"/>
                    <a:pt x="7082" y="13208"/>
                  </a:cubicBezTo>
                  <a:cubicBezTo>
                    <a:pt x="7082" y="12268"/>
                    <a:pt x="7435" y="10725"/>
                    <a:pt x="7435" y="9822"/>
                  </a:cubicBezTo>
                  <a:cubicBezTo>
                    <a:pt x="7435" y="9357"/>
                    <a:pt x="7355" y="9107"/>
                    <a:pt x="7098" y="9107"/>
                  </a:cubicBezTo>
                  <a:cubicBezTo>
                    <a:pt x="6449" y="9107"/>
                    <a:pt x="5029" y="10737"/>
                    <a:pt x="4492" y="10737"/>
                  </a:cubicBezTo>
                  <a:cubicBezTo>
                    <a:pt x="4411" y="10737"/>
                    <a:pt x="4307" y="10675"/>
                    <a:pt x="4307" y="10537"/>
                  </a:cubicBezTo>
                  <a:cubicBezTo>
                    <a:pt x="4307" y="9759"/>
                    <a:pt x="6577" y="7275"/>
                    <a:pt x="6577" y="6159"/>
                  </a:cubicBezTo>
                  <a:cubicBezTo>
                    <a:pt x="6577" y="5080"/>
                    <a:pt x="3449" y="5808"/>
                    <a:pt x="3441" y="4566"/>
                  </a:cubicBezTo>
                  <a:cubicBezTo>
                    <a:pt x="3441" y="3525"/>
                    <a:pt x="5671" y="2446"/>
                    <a:pt x="5671" y="1367"/>
                  </a:cubicBezTo>
                  <a:cubicBezTo>
                    <a:pt x="5671" y="414"/>
                    <a:pt x="3016" y="0"/>
                    <a:pt x="1997" y="0"/>
                  </a:cubicBezTo>
                  <a:cubicBezTo>
                    <a:pt x="762" y="0"/>
                    <a:pt x="96" y="226"/>
                    <a:pt x="96" y="790"/>
                  </a:cubicBezTo>
                  <a:cubicBezTo>
                    <a:pt x="96" y="1643"/>
                    <a:pt x="2896" y="1894"/>
                    <a:pt x="2896" y="2647"/>
                  </a:cubicBezTo>
                  <a:cubicBezTo>
                    <a:pt x="2896" y="3362"/>
                    <a:pt x="0" y="5293"/>
                    <a:pt x="0" y="6410"/>
                  </a:cubicBezTo>
                  <a:cubicBezTo>
                    <a:pt x="0" y="7388"/>
                    <a:pt x="4091" y="6472"/>
                    <a:pt x="4091" y="7476"/>
                  </a:cubicBezTo>
                  <a:cubicBezTo>
                    <a:pt x="4091" y="8580"/>
                    <a:pt x="529" y="13384"/>
                    <a:pt x="529" y="14990"/>
                  </a:cubicBezTo>
                  <a:cubicBezTo>
                    <a:pt x="529" y="15353"/>
                    <a:pt x="698" y="15516"/>
                    <a:pt x="922" y="15516"/>
                  </a:cubicBezTo>
                  <a:cubicBezTo>
                    <a:pt x="2005" y="15516"/>
                    <a:pt x="4820" y="12280"/>
                    <a:pt x="5599" y="12280"/>
                  </a:cubicBezTo>
                  <a:cubicBezTo>
                    <a:pt x="5871" y="12280"/>
                    <a:pt x="5895" y="12794"/>
                    <a:pt x="5895" y="13259"/>
                  </a:cubicBezTo>
                  <a:cubicBezTo>
                    <a:pt x="5895" y="14111"/>
                    <a:pt x="5711" y="15416"/>
                    <a:pt x="5711" y="16357"/>
                  </a:cubicBezTo>
                  <a:cubicBezTo>
                    <a:pt x="5711" y="17109"/>
                    <a:pt x="5839" y="17624"/>
                    <a:pt x="6256" y="17624"/>
                  </a:cubicBezTo>
                  <a:cubicBezTo>
                    <a:pt x="7026" y="17624"/>
                    <a:pt x="7740" y="15567"/>
                    <a:pt x="8261" y="15567"/>
                  </a:cubicBezTo>
                  <a:cubicBezTo>
                    <a:pt x="8927" y="15567"/>
                    <a:pt x="8534" y="21600"/>
                    <a:pt x="9537" y="21600"/>
                  </a:cubicBezTo>
                  <a:cubicBezTo>
                    <a:pt x="10395" y="21600"/>
                    <a:pt x="10740" y="15065"/>
                    <a:pt x="11285" y="15065"/>
                  </a:cubicBezTo>
                  <a:cubicBezTo>
                    <a:pt x="11831" y="15065"/>
                    <a:pt x="12272" y="16959"/>
                    <a:pt x="12769" y="16959"/>
                  </a:cubicBezTo>
                  <a:cubicBezTo>
                    <a:pt x="13395" y="16959"/>
                    <a:pt x="13098" y="13660"/>
                    <a:pt x="13772" y="13660"/>
                  </a:cubicBezTo>
                  <a:cubicBezTo>
                    <a:pt x="14502" y="13660"/>
                    <a:pt x="16587" y="17574"/>
                    <a:pt x="17533" y="17574"/>
                  </a:cubicBezTo>
                  <a:cubicBezTo>
                    <a:pt x="17822" y="17574"/>
                    <a:pt x="17926" y="17210"/>
                    <a:pt x="17926" y="16758"/>
                  </a:cubicBezTo>
                  <a:cubicBezTo>
                    <a:pt x="17926" y="15027"/>
                    <a:pt x="16378" y="11114"/>
                    <a:pt x="16378" y="9872"/>
                  </a:cubicBezTo>
                  <a:cubicBezTo>
                    <a:pt x="16378" y="9546"/>
                    <a:pt x="16443" y="9445"/>
                    <a:pt x="16667" y="9445"/>
                  </a:cubicBezTo>
                  <a:cubicBezTo>
                    <a:pt x="17485" y="9445"/>
                    <a:pt x="19859" y="11201"/>
                    <a:pt x="20990" y="11201"/>
                  </a:cubicBezTo>
                  <a:cubicBezTo>
                    <a:pt x="21367" y="11201"/>
                    <a:pt x="21600" y="10875"/>
                    <a:pt x="21600" y="10449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3" name="Shape">
              <a:extLst>
                <a:ext uri="{FF2B5EF4-FFF2-40B4-BE49-F238E27FC236}">
                  <a16:creationId xmlns:a16="http://schemas.microsoft.com/office/drawing/2014/main" id="{4033AD17-56FC-8159-BDC7-48A1A0FAA91F}"/>
                </a:ext>
              </a:extLst>
            </p:cNvPr>
            <p:cNvSpPr/>
            <p:nvPr/>
          </p:nvSpPr>
          <p:spPr>
            <a:xfrm>
              <a:off x="4894545" y="1810657"/>
              <a:ext cx="336830" cy="230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852"/>
                  </a:moveTo>
                  <a:cubicBezTo>
                    <a:pt x="0" y="10853"/>
                    <a:pt x="11927" y="21600"/>
                    <a:pt x="17455" y="21600"/>
                  </a:cubicBezTo>
                  <a:cubicBezTo>
                    <a:pt x="20655" y="21600"/>
                    <a:pt x="21600" y="15216"/>
                    <a:pt x="21600" y="8619"/>
                  </a:cubicBezTo>
                  <a:cubicBezTo>
                    <a:pt x="21600" y="319"/>
                    <a:pt x="19127" y="0"/>
                    <a:pt x="14182" y="0"/>
                  </a:cubicBezTo>
                  <a:cubicBezTo>
                    <a:pt x="7927" y="0"/>
                    <a:pt x="0" y="2554"/>
                    <a:pt x="0" y="5852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4" name="Line">
              <a:extLst>
                <a:ext uri="{FF2B5EF4-FFF2-40B4-BE49-F238E27FC236}">
                  <a16:creationId xmlns:a16="http://schemas.microsoft.com/office/drawing/2014/main" id="{34AFF562-000A-10D9-47AB-8DE59AB42E06}"/>
                </a:ext>
              </a:extLst>
            </p:cNvPr>
            <p:cNvSpPr/>
            <p:nvPr/>
          </p:nvSpPr>
          <p:spPr>
            <a:xfrm>
              <a:off x="2982441" y="1531667"/>
              <a:ext cx="1338247" cy="880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78" y="1002"/>
                  </a:moveTo>
                  <a:cubicBezTo>
                    <a:pt x="19678" y="557"/>
                    <a:pt x="18250" y="139"/>
                    <a:pt x="16292" y="139"/>
                  </a:cubicBezTo>
                  <a:cubicBezTo>
                    <a:pt x="13198" y="139"/>
                    <a:pt x="13619" y="4064"/>
                    <a:pt x="11239" y="4064"/>
                  </a:cubicBezTo>
                  <a:cubicBezTo>
                    <a:pt x="8768" y="4064"/>
                    <a:pt x="9372" y="0"/>
                    <a:pt x="6242" y="0"/>
                  </a:cubicBezTo>
                  <a:cubicBezTo>
                    <a:pt x="4338" y="0"/>
                    <a:pt x="2581" y="501"/>
                    <a:pt x="2581" y="1169"/>
                  </a:cubicBezTo>
                  <a:cubicBezTo>
                    <a:pt x="2581" y="2032"/>
                    <a:pt x="4814" y="1670"/>
                    <a:pt x="4814" y="4064"/>
                  </a:cubicBezTo>
                  <a:cubicBezTo>
                    <a:pt x="4814" y="6597"/>
                    <a:pt x="0" y="7321"/>
                    <a:pt x="0" y="8852"/>
                  </a:cubicBezTo>
                  <a:cubicBezTo>
                    <a:pt x="0" y="9353"/>
                    <a:pt x="384" y="9575"/>
                    <a:pt x="860" y="9575"/>
                  </a:cubicBezTo>
                  <a:cubicBezTo>
                    <a:pt x="1904" y="9575"/>
                    <a:pt x="3569" y="8852"/>
                    <a:pt x="4759" y="8852"/>
                  </a:cubicBezTo>
                  <a:cubicBezTo>
                    <a:pt x="5418" y="8852"/>
                    <a:pt x="6041" y="9074"/>
                    <a:pt x="6041" y="10021"/>
                  </a:cubicBezTo>
                  <a:cubicBezTo>
                    <a:pt x="6041" y="11830"/>
                    <a:pt x="3478" y="15087"/>
                    <a:pt x="3478" y="16534"/>
                  </a:cubicBezTo>
                  <a:cubicBezTo>
                    <a:pt x="3478" y="16979"/>
                    <a:pt x="3716" y="17119"/>
                    <a:pt x="3954" y="17119"/>
                  </a:cubicBezTo>
                  <a:cubicBezTo>
                    <a:pt x="4906" y="17119"/>
                    <a:pt x="6517" y="13416"/>
                    <a:pt x="8054" y="13416"/>
                  </a:cubicBezTo>
                  <a:cubicBezTo>
                    <a:pt x="10580" y="13416"/>
                    <a:pt x="8915" y="21600"/>
                    <a:pt x="10306" y="21600"/>
                  </a:cubicBezTo>
                  <a:cubicBezTo>
                    <a:pt x="11734" y="21600"/>
                    <a:pt x="11111" y="13556"/>
                    <a:pt x="13161" y="13556"/>
                  </a:cubicBezTo>
                  <a:cubicBezTo>
                    <a:pt x="14827" y="13556"/>
                    <a:pt x="16072" y="19123"/>
                    <a:pt x="17207" y="19123"/>
                  </a:cubicBezTo>
                  <a:cubicBezTo>
                    <a:pt x="17500" y="19123"/>
                    <a:pt x="17738" y="18761"/>
                    <a:pt x="17738" y="18260"/>
                  </a:cubicBezTo>
                  <a:cubicBezTo>
                    <a:pt x="17738" y="16729"/>
                    <a:pt x="16310" y="13639"/>
                    <a:pt x="16310" y="11607"/>
                  </a:cubicBezTo>
                  <a:cubicBezTo>
                    <a:pt x="16310" y="10382"/>
                    <a:pt x="16877" y="9798"/>
                    <a:pt x="17646" y="9798"/>
                  </a:cubicBezTo>
                  <a:cubicBezTo>
                    <a:pt x="18744" y="9798"/>
                    <a:pt x="20209" y="10800"/>
                    <a:pt x="21033" y="10800"/>
                  </a:cubicBezTo>
                  <a:cubicBezTo>
                    <a:pt x="21325" y="10800"/>
                    <a:pt x="21600" y="10661"/>
                    <a:pt x="21600" y="10160"/>
                  </a:cubicBezTo>
                  <a:cubicBezTo>
                    <a:pt x="21600" y="8434"/>
                    <a:pt x="17353" y="6541"/>
                    <a:pt x="17353" y="4314"/>
                  </a:cubicBezTo>
                  <a:cubicBezTo>
                    <a:pt x="17353" y="2060"/>
                    <a:pt x="19678" y="2060"/>
                    <a:pt x="19678" y="1058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5" name="Shape">
              <a:extLst>
                <a:ext uri="{FF2B5EF4-FFF2-40B4-BE49-F238E27FC236}">
                  <a16:creationId xmlns:a16="http://schemas.microsoft.com/office/drawing/2014/main" id="{A2AD7F8E-9F07-8BEA-B31D-229DDD4CD8B5}"/>
                </a:ext>
              </a:extLst>
            </p:cNvPr>
            <p:cNvSpPr/>
            <p:nvPr/>
          </p:nvSpPr>
          <p:spPr>
            <a:xfrm>
              <a:off x="8276451" y="1511253"/>
              <a:ext cx="1485680" cy="1314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818" y="8797"/>
                  </a:moveTo>
                  <a:cubicBezTo>
                    <a:pt x="16818" y="13102"/>
                    <a:pt x="14048" y="16419"/>
                    <a:pt x="9019" y="17332"/>
                  </a:cubicBezTo>
                  <a:cubicBezTo>
                    <a:pt x="9580" y="17388"/>
                    <a:pt x="10091" y="17388"/>
                    <a:pt x="10602" y="17369"/>
                  </a:cubicBezTo>
                  <a:cubicBezTo>
                    <a:pt x="16472" y="17369"/>
                    <a:pt x="18616" y="14350"/>
                    <a:pt x="18616" y="11834"/>
                  </a:cubicBezTo>
                  <a:cubicBezTo>
                    <a:pt x="18616" y="10418"/>
                    <a:pt x="17923" y="9169"/>
                    <a:pt x="16802" y="8778"/>
                  </a:cubicBezTo>
                  <a:moveTo>
                    <a:pt x="9580" y="13698"/>
                  </a:moveTo>
                  <a:cubicBezTo>
                    <a:pt x="9580" y="10250"/>
                    <a:pt x="2292" y="9393"/>
                    <a:pt x="2292" y="8610"/>
                  </a:cubicBezTo>
                  <a:cubicBezTo>
                    <a:pt x="2292" y="7977"/>
                    <a:pt x="6365" y="6914"/>
                    <a:pt x="8459" y="6858"/>
                  </a:cubicBezTo>
                  <a:cubicBezTo>
                    <a:pt x="5243" y="2199"/>
                    <a:pt x="660" y="2702"/>
                    <a:pt x="660" y="1864"/>
                  </a:cubicBezTo>
                  <a:cubicBezTo>
                    <a:pt x="660" y="1379"/>
                    <a:pt x="4089" y="410"/>
                    <a:pt x="7255" y="391"/>
                  </a:cubicBezTo>
                  <a:cubicBezTo>
                    <a:pt x="9910" y="391"/>
                    <a:pt x="12399" y="1062"/>
                    <a:pt x="12399" y="3336"/>
                  </a:cubicBezTo>
                  <a:cubicBezTo>
                    <a:pt x="12399" y="4603"/>
                    <a:pt x="11509" y="5908"/>
                    <a:pt x="11509" y="7846"/>
                  </a:cubicBezTo>
                  <a:cubicBezTo>
                    <a:pt x="11509" y="8908"/>
                    <a:pt x="11987" y="9840"/>
                    <a:pt x="13224" y="9840"/>
                  </a:cubicBezTo>
                  <a:cubicBezTo>
                    <a:pt x="14559" y="9840"/>
                    <a:pt x="14856" y="8237"/>
                    <a:pt x="14856" y="6542"/>
                  </a:cubicBezTo>
                  <a:cubicBezTo>
                    <a:pt x="14856" y="5144"/>
                    <a:pt x="14642" y="4063"/>
                    <a:pt x="14642" y="3392"/>
                  </a:cubicBezTo>
                  <a:cubicBezTo>
                    <a:pt x="14642" y="1360"/>
                    <a:pt x="15878" y="0"/>
                    <a:pt x="17643" y="0"/>
                  </a:cubicBezTo>
                  <a:cubicBezTo>
                    <a:pt x="19110" y="0"/>
                    <a:pt x="19440" y="727"/>
                    <a:pt x="21600" y="727"/>
                  </a:cubicBezTo>
                  <a:cubicBezTo>
                    <a:pt x="20446" y="1510"/>
                    <a:pt x="20017" y="2907"/>
                    <a:pt x="20017" y="3597"/>
                  </a:cubicBezTo>
                  <a:cubicBezTo>
                    <a:pt x="20017" y="5628"/>
                    <a:pt x="21188" y="7045"/>
                    <a:pt x="21188" y="11219"/>
                  </a:cubicBezTo>
                  <a:cubicBezTo>
                    <a:pt x="21188" y="18879"/>
                    <a:pt x="14856" y="21600"/>
                    <a:pt x="7074" y="21600"/>
                  </a:cubicBezTo>
                  <a:cubicBezTo>
                    <a:pt x="4930" y="21600"/>
                    <a:pt x="2655" y="21414"/>
                    <a:pt x="429" y="21022"/>
                  </a:cubicBezTo>
                  <a:cubicBezTo>
                    <a:pt x="82" y="20966"/>
                    <a:pt x="0" y="20873"/>
                    <a:pt x="0" y="20631"/>
                  </a:cubicBezTo>
                  <a:cubicBezTo>
                    <a:pt x="0" y="19997"/>
                    <a:pt x="3050" y="19662"/>
                    <a:pt x="3050" y="16549"/>
                  </a:cubicBezTo>
                  <a:cubicBezTo>
                    <a:pt x="3050" y="15338"/>
                    <a:pt x="2704" y="14183"/>
                    <a:pt x="2704" y="13735"/>
                  </a:cubicBezTo>
                  <a:cubicBezTo>
                    <a:pt x="2704" y="13493"/>
                    <a:pt x="2869" y="13344"/>
                    <a:pt x="3050" y="13344"/>
                  </a:cubicBezTo>
                  <a:cubicBezTo>
                    <a:pt x="3693" y="13344"/>
                    <a:pt x="4980" y="16158"/>
                    <a:pt x="7387" y="16158"/>
                  </a:cubicBezTo>
                  <a:cubicBezTo>
                    <a:pt x="8030" y="16158"/>
                    <a:pt x="9613" y="15916"/>
                    <a:pt x="9613" y="13679"/>
                  </a:cubicBezTo>
                  <a:moveTo>
                    <a:pt x="16555" y="2963"/>
                  </a:moveTo>
                  <a:cubicBezTo>
                    <a:pt x="16555" y="3634"/>
                    <a:pt x="17033" y="4175"/>
                    <a:pt x="17626" y="4175"/>
                  </a:cubicBezTo>
                  <a:cubicBezTo>
                    <a:pt x="18220" y="4175"/>
                    <a:pt x="18698" y="3634"/>
                    <a:pt x="18698" y="2963"/>
                  </a:cubicBezTo>
                  <a:cubicBezTo>
                    <a:pt x="18698" y="2292"/>
                    <a:pt x="18220" y="1752"/>
                    <a:pt x="17626" y="1752"/>
                  </a:cubicBezTo>
                  <a:cubicBezTo>
                    <a:pt x="17033" y="1752"/>
                    <a:pt x="16555" y="2292"/>
                    <a:pt x="16555" y="2963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6" name="Shape">
              <a:extLst>
                <a:ext uri="{FF2B5EF4-FFF2-40B4-BE49-F238E27FC236}">
                  <a16:creationId xmlns:a16="http://schemas.microsoft.com/office/drawing/2014/main" id="{C66E1AAD-846F-3D2E-C445-CE1073A3028F}"/>
                </a:ext>
              </a:extLst>
            </p:cNvPr>
            <p:cNvSpPr/>
            <p:nvPr/>
          </p:nvSpPr>
          <p:spPr>
            <a:xfrm>
              <a:off x="7954365" y="3790808"/>
              <a:ext cx="1831583" cy="2445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64" y="5550"/>
                  </a:moveTo>
                  <a:cubicBezTo>
                    <a:pt x="14164" y="4999"/>
                    <a:pt x="12318" y="4949"/>
                    <a:pt x="12144" y="3416"/>
                  </a:cubicBezTo>
                  <a:cubicBezTo>
                    <a:pt x="12104" y="3186"/>
                    <a:pt x="12010" y="2765"/>
                    <a:pt x="11623" y="2765"/>
                  </a:cubicBezTo>
                  <a:cubicBezTo>
                    <a:pt x="10994" y="2765"/>
                    <a:pt x="11489" y="4198"/>
                    <a:pt x="10793" y="4198"/>
                  </a:cubicBezTo>
                  <a:cubicBezTo>
                    <a:pt x="9188" y="4198"/>
                    <a:pt x="8667" y="1853"/>
                    <a:pt x="8078" y="1853"/>
                  </a:cubicBezTo>
                  <a:cubicBezTo>
                    <a:pt x="7945" y="1853"/>
                    <a:pt x="7771" y="1934"/>
                    <a:pt x="7771" y="2244"/>
                  </a:cubicBezTo>
                  <a:cubicBezTo>
                    <a:pt x="7771" y="2535"/>
                    <a:pt x="7838" y="2715"/>
                    <a:pt x="7838" y="3056"/>
                  </a:cubicBezTo>
                  <a:cubicBezTo>
                    <a:pt x="7838" y="3396"/>
                    <a:pt x="7731" y="3627"/>
                    <a:pt x="7316" y="3627"/>
                  </a:cubicBezTo>
                  <a:cubicBezTo>
                    <a:pt x="6380" y="3627"/>
                    <a:pt x="5537" y="1984"/>
                    <a:pt x="4735" y="1984"/>
                  </a:cubicBezTo>
                  <a:cubicBezTo>
                    <a:pt x="4561" y="1984"/>
                    <a:pt x="4387" y="2064"/>
                    <a:pt x="4387" y="2194"/>
                  </a:cubicBezTo>
                  <a:cubicBezTo>
                    <a:pt x="4387" y="2505"/>
                    <a:pt x="5082" y="3076"/>
                    <a:pt x="5082" y="3366"/>
                  </a:cubicBezTo>
                  <a:cubicBezTo>
                    <a:pt x="5082" y="3987"/>
                    <a:pt x="2822" y="3657"/>
                    <a:pt x="2822" y="4178"/>
                  </a:cubicBezTo>
                  <a:cubicBezTo>
                    <a:pt x="2822" y="4408"/>
                    <a:pt x="3130" y="4488"/>
                    <a:pt x="3558" y="4488"/>
                  </a:cubicBezTo>
                  <a:cubicBezTo>
                    <a:pt x="4293" y="4488"/>
                    <a:pt x="5443" y="4258"/>
                    <a:pt x="6032" y="4258"/>
                  </a:cubicBezTo>
                  <a:cubicBezTo>
                    <a:pt x="6380" y="4258"/>
                    <a:pt x="6901" y="4308"/>
                    <a:pt x="6901" y="4649"/>
                  </a:cubicBezTo>
                  <a:cubicBezTo>
                    <a:pt x="6901" y="5009"/>
                    <a:pt x="5644" y="5480"/>
                    <a:pt x="5644" y="5821"/>
                  </a:cubicBezTo>
                  <a:cubicBezTo>
                    <a:pt x="5644" y="5981"/>
                    <a:pt x="5858" y="6051"/>
                    <a:pt x="6032" y="6051"/>
                  </a:cubicBezTo>
                  <a:cubicBezTo>
                    <a:pt x="6968" y="6051"/>
                    <a:pt x="8640" y="4829"/>
                    <a:pt x="9817" y="4829"/>
                  </a:cubicBezTo>
                  <a:cubicBezTo>
                    <a:pt x="10031" y="4829"/>
                    <a:pt x="10553" y="4909"/>
                    <a:pt x="10553" y="5140"/>
                  </a:cubicBezTo>
                  <a:cubicBezTo>
                    <a:pt x="10553" y="5480"/>
                    <a:pt x="9376" y="6081"/>
                    <a:pt x="9376" y="6572"/>
                  </a:cubicBezTo>
                  <a:cubicBezTo>
                    <a:pt x="9376" y="6702"/>
                    <a:pt x="9483" y="6863"/>
                    <a:pt x="9683" y="6863"/>
                  </a:cubicBezTo>
                  <a:cubicBezTo>
                    <a:pt x="10312" y="6863"/>
                    <a:pt x="11141" y="5640"/>
                    <a:pt x="12331" y="5640"/>
                  </a:cubicBezTo>
                  <a:cubicBezTo>
                    <a:pt x="12786" y="5640"/>
                    <a:pt x="13441" y="5771"/>
                    <a:pt x="13789" y="5771"/>
                  </a:cubicBezTo>
                  <a:cubicBezTo>
                    <a:pt x="14070" y="5771"/>
                    <a:pt x="14177" y="5640"/>
                    <a:pt x="14177" y="5560"/>
                  </a:cubicBezTo>
                  <a:moveTo>
                    <a:pt x="15087" y="18194"/>
                  </a:moveTo>
                  <a:cubicBezTo>
                    <a:pt x="15648" y="16891"/>
                    <a:pt x="16344" y="15980"/>
                    <a:pt x="17481" y="14567"/>
                  </a:cubicBezTo>
                  <a:cubicBezTo>
                    <a:pt x="16344" y="14126"/>
                    <a:pt x="13308" y="13184"/>
                    <a:pt x="13308" y="11652"/>
                  </a:cubicBezTo>
                  <a:cubicBezTo>
                    <a:pt x="13308" y="9848"/>
                    <a:pt x="16304" y="8446"/>
                    <a:pt x="16919" y="8446"/>
                  </a:cubicBezTo>
                  <a:cubicBezTo>
                    <a:pt x="17200" y="8446"/>
                    <a:pt x="17267" y="8626"/>
                    <a:pt x="17267" y="8967"/>
                  </a:cubicBezTo>
                  <a:cubicBezTo>
                    <a:pt x="17267" y="9908"/>
                    <a:pt x="16678" y="11421"/>
                    <a:pt x="16678" y="12223"/>
                  </a:cubicBezTo>
                  <a:cubicBezTo>
                    <a:pt x="16678" y="12954"/>
                    <a:pt x="17307" y="13655"/>
                    <a:pt x="17868" y="13655"/>
                  </a:cubicBezTo>
                  <a:cubicBezTo>
                    <a:pt x="18457" y="13655"/>
                    <a:pt x="20102" y="12092"/>
                    <a:pt x="20089" y="10550"/>
                  </a:cubicBezTo>
                  <a:cubicBezTo>
                    <a:pt x="20089" y="7784"/>
                    <a:pt x="16852" y="6953"/>
                    <a:pt x="15849" y="6953"/>
                  </a:cubicBezTo>
                  <a:cubicBezTo>
                    <a:pt x="14913" y="6953"/>
                    <a:pt x="13201" y="8105"/>
                    <a:pt x="9202" y="8105"/>
                  </a:cubicBezTo>
                  <a:cubicBezTo>
                    <a:pt x="1725" y="8105"/>
                    <a:pt x="13" y="2565"/>
                    <a:pt x="0" y="130"/>
                  </a:cubicBezTo>
                  <a:cubicBezTo>
                    <a:pt x="0" y="30"/>
                    <a:pt x="40" y="0"/>
                    <a:pt x="67" y="0"/>
                  </a:cubicBezTo>
                  <a:cubicBezTo>
                    <a:pt x="241" y="0"/>
                    <a:pt x="976" y="681"/>
                    <a:pt x="3344" y="681"/>
                  </a:cubicBezTo>
                  <a:cubicBezTo>
                    <a:pt x="4561" y="681"/>
                    <a:pt x="5671" y="441"/>
                    <a:pt x="7450" y="441"/>
                  </a:cubicBezTo>
                  <a:cubicBezTo>
                    <a:pt x="11623" y="441"/>
                    <a:pt x="13468" y="2605"/>
                    <a:pt x="16050" y="5360"/>
                  </a:cubicBezTo>
                  <a:cubicBezTo>
                    <a:pt x="17614" y="6091"/>
                    <a:pt x="21333" y="7263"/>
                    <a:pt x="21346" y="10570"/>
                  </a:cubicBezTo>
                  <a:cubicBezTo>
                    <a:pt x="21346" y="13485"/>
                    <a:pt x="17200" y="15108"/>
                    <a:pt x="16210" y="18234"/>
                  </a:cubicBezTo>
                  <a:cubicBezTo>
                    <a:pt x="17802" y="18104"/>
                    <a:pt x="18738" y="15960"/>
                    <a:pt x="20383" y="15960"/>
                  </a:cubicBezTo>
                  <a:cubicBezTo>
                    <a:pt x="21226" y="15960"/>
                    <a:pt x="21600" y="16450"/>
                    <a:pt x="21600" y="17242"/>
                  </a:cubicBezTo>
                  <a:cubicBezTo>
                    <a:pt x="21600" y="18384"/>
                    <a:pt x="20731" y="20107"/>
                    <a:pt x="19059" y="21179"/>
                  </a:cubicBezTo>
                  <a:cubicBezTo>
                    <a:pt x="19099" y="21079"/>
                    <a:pt x="19099" y="20949"/>
                    <a:pt x="19099" y="20788"/>
                  </a:cubicBezTo>
                  <a:cubicBezTo>
                    <a:pt x="19099" y="20057"/>
                    <a:pt x="18711" y="19015"/>
                    <a:pt x="17601" y="19015"/>
                  </a:cubicBezTo>
                  <a:cubicBezTo>
                    <a:pt x="15862" y="19015"/>
                    <a:pt x="15314" y="20428"/>
                    <a:pt x="14338" y="21600"/>
                  </a:cubicBezTo>
                  <a:cubicBezTo>
                    <a:pt x="13321" y="18945"/>
                    <a:pt x="11957" y="16541"/>
                    <a:pt x="9523" y="15088"/>
                  </a:cubicBezTo>
                  <a:cubicBezTo>
                    <a:pt x="7062" y="13605"/>
                    <a:pt x="2809" y="14417"/>
                    <a:pt x="2809" y="11702"/>
                  </a:cubicBezTo>
                  <a:cubicBezTo>
                    <a:pt x="2809" y="10970"/>
                    <a:pt x="3437" y="9928"/>
                    <a:pt x="3437" y="9097"/>
                  </a:cubicBezTo>
                  <a:cubicBezTo>
                    <a:pt x="3437" y="8806"/>
                    <a:pt x="3370" y="8546"/>
                    <a:pt x="3156" y="8345"/>
                  </a:cubicBezTo>
                  <a:cubicBezTo>
                    <a:pt x="6500" y="9287"/>
                    <a:pt x="5323" y="10950"/>
                    <a:pt x="7383" y="12673"/>
                  </a:cubicBezTo>
                  <a:cubicBezTo>
                    <a:pt x="8667" y="13765"/>
                    <a:pt x="12211" y="14807"/>
                    <a:pt x="14271" y="19316"/>
                  </a:cubicBezTo>
                  <a:cubicBezTo>
                    <a:pt x="14311" y="19186"/>
                    <a:pt x="14338" y="18845"/>
                    <a:pt x="14338" y="18614"/>
                  </a:cubicBezTo>
                  <a:cubicBezTo>
                    <a:pt x="14338" y="14757"/>
                    <a:pt x="7517" y="10980"/>
                    <a:pt x="6915" y="9417"/>
                  </a:cubicBezTo>
                  <a:cubicBezTo>
                    <a:pt x="10874" y="9758"/>
                    <a:pt x="11569" y="10479"/>
                    <a:pt x="13455" y="14397"/>
                  </a:cubicBezTo>
                  <a:cubicBezTo>
                    <a:pt x="13843" y="15208"/>
                    <a:pt x="15100" y="17212"/>
                    <a:pt x="15100" y="18204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7" name="Shape">
              <a:extLst>
                <a:ext uri="{FF2B5EF4-FFF2-40B4-BE49-F238E27FC236}">
                  <a16:creationId xmlns:a16="http://schemas.microsoft.com/office/drawing/2014/main" id="{3A9D903F-6834-3D22-9C3D-AB4644F59DD1}"/>
                </a:ext>
              </a:extLst>
            </p:cNvPr>
            <p:cNvSpPr/>
            <p:nvPr/>
          </p:nvSpPr>
          <p:spPr>
            <a:xfrm>
              <a:off x="6620656" y="1505583"/>
              <a:ext cx="1706831" cy="1389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601" y="19026"/>
                  </a:moveTo>
                  <a:cubicBezTo>
                    <a:pt x="9989" y="19026"/>
                    <a:pt x="8267" y="17421"/>
                    <a:pt x="8267" y="16592"/>
                  </a:cubicBezTo>
                  <a:cubicBezTo>
                    <a:pt x="8267" y="16187"/>
                    <a:pt x="8496" y="15905"/>
                    <a:pt x="8784" y="15905"/>
                  </a:cubicBezTo>
                  <a:cubicBezTo>
                    <a:pt x="9602" y="15905"/>
                    <a:pt x="11396" y="17456"/>
                    <a:pt x="11998" y="17456"/>
                  </a:cubicBezTo>
                  <a:cubicBezTo>
                    <a:pt x="12142" y="17456"/>
                    <a:pt x="12257" y="17368"/>
                    <a:pt x="12257" y="17086"/>
                  </a:cubicBezTo>
                  <a:cubicBezTo>
                    <a:pt x="12257" y="16257"/>
                    <a:pt x="11625" y="14882"/>
                    <a:pt x="11625" y="14194"/>
                  </a:cubicBezTo>
                  <a:cubicBezTo>
                    <a:pt x="11625" y="14018"/>
                    <a:pt x="11740" y="13877"/>
                    <a:pt x="11955" y="13877"/>
                  </a:cubicBezTo>
                  <a:cubicBezTo>
                    <a:pt x="12960" y="13877"/>
                    <a:pt x="14453" y="14388"/>
                    <a:pt x="15242" y="14371"/>
                  </a:cubicBezTo>
                  <a:cubicBezTo>
                    <a:pt x="15500" y="14371"/>
                    <a:pt x="15572" y="14194"/>
                    <a:pt x="15572" y="14000"/>
                  </a:cubicBezTo>
                  <a:cubicBezTo>
                    <a:pt x="15572" y="12995"/>
                    <a:pt x="13147" y="11020"/>
                    <a:pt x="13147" y="10421"/>
                  </a:cubicBezTo>
                  <a:cubicBezTo>
                    <a:pt x="13147" y="9874"/>
                    <a:pt x="16161" y="9046"/>
                    <a:pt x="16161" y="8164"/>
                  </a:cubicBezTo>
                  <a:cubicBezTo>
                    <a:pt x="16161" y="7247"/>
                    <a:pt x="12056" y="7899"/>
                    <a:pt x="12056" y="7018"/>
                  </a:cubicBezTo>
                  <a:cubicBezTo>
                    <a:pt x="12056" y="6383"/>
                    <a:pt x="12845" y="5272"/>
                    <a:pt x="12845" y="4761"/>
                  </a:cubicBezTo>
                  <a:cubicBezTo>
                    <a:pt x="12845" y="4532"/>
                    <a:pt x="12702" y="4443"/>
                    <a:pt x="12429" y="4443"/>
                  </a:cubicBezTo>
                  <a:cubicBezTo>
                    <a:pt x="12099" y="4443"/>
                    <a:pt x="10305" y="5325"/>
                    <a:pt x="9544" y="5325"/>
                  </a:cubicBezTo>
                  <a:cubicBezTo>
                    <a:pt x="9171" y="5325"/>
                    <a:pt x="8726" y="5237"/>
                    <a:pt x="8726" y="4584"/>
                  </a:cubicBezTo>
                  <a:cubicBezTo>
                    <a:pt x="8726" y="3527"/>
                    <a:pt x="10176" y="2380"/>
                    <a:pt x="12458" y="2380"/>
                  </a:cubicBezTo>
                  <a:cubicBezTo>
                    <a:pt x="16146" y="2380"/>
                    <a:pt x="18356" y="5501"/>
                    <a:pt x="18356" y="10721"/>
                  </a:cubicBezTo>
                  <a:cubicBezTo>
                    <a:pt x="18356" y="17333"/>
                    <a:pt x="14596" y="18990"/>
                    <a:pt x="12572" y="18990"/>
                  </a:cubicBezTo>
                  <a:moveTo>
                    <a:pt x="5310" y="10315"/>
                  </a:moveTo>
                  <a:cubicBezTo>
                    <a:pt x="5310" y="9804"/>
                    <a:pt x="3846" y="8852"/>
                    <a:pt x="3846" y="8305"/>
                  </a:cubicBezTo>
                  <a:cubicBezTo>
                    <a:pt x="3846" y="8217"/>
                    <a:pt x="3918" y="8164"/>
                    <a:pt x="4033" y="8164"/>
                  </a:cubicBezTo>
                  <a:cubicBezTo>
                    <a:pt x="4449" y="8164"/>
                    <a:pt x="5152" y="8340"/>
                    <a:pt x="5712" y="8340"/>
                  </a:cubicBezTo>
                  <a:cubicBezTo>
                    <a:pt x="6200" y="8340"/>
                    <a:pt x="6272" y="5766"/>
                    <a:pt x="6631" y="5766"/>
                  </a:cubicBezTo>
                  <a:cubicBezTo>
                    <a:pt x="6889" y="5766"/>
                    <a:pt x="7334" y="8199"/>
                    <a:pt x="7750" y="8199"/>
                  </a:cubicBezTo>
                  <a:cubicBezTo>
                    <a:pt x="8238" y="8199"/>
                    <a:pt x="9128" y="7512"/>
                    <a:pt x="9501" y="7512"/>
                  </a:cubicBezTo>
                  <a:cubicBezTo>
                    <a:pt x="9573" y="7512"/>
                    <a:pt x="9645" y="7564"/>
                    <a:pt x="9645" y="7653"/>
                  </a:cubicBezTo>
                  <a:cubicBezTo>
                    <a:pt x="9645" y="7970"/>
                    <a:pt x="8712" y="9204"/>
                    <a:pt x="8712" y="9575"/>
                  </a:cubicBezTo>
                  <a:cubicBezTo>
                    <a:pt x="8712" y="9980"/>
                    <a:pt x="10807" y="10491"/>
                    <a:pt x="10807" y="10862"/>
                  </a:cubicBezTo>
                  <a:cubicBezTo>
                    <a:pt x="10807" y="11320"/>
                    <a:pt x="8683" y="11285"/>
                    <a:pt x="8683" y="11690"/>
                  </a:cubicBezTo>
                  <a:cubicBezTo>
                    <a:pt x="8683" y="12008"/>
                    <a:pt x="9472" y="13295"/>
                    <a:pt x="9472" y="13701"/>
                  </a:cubicBezTo>
                  <a:cubicBezTo>
                    <a:pt x="9472" y="13789"/>
                    <a:pt x="9429" y="13842"/>
                    <a:pt x="9358" y="13842"/>
                  </a:cubicBezTo>
                  <a:cubicBezTo>
                    <a:pt x="9056" y="13842"/>
                    <a:pt x="7894" y="13207"/>
                    <a:pt x="7564" y="13207"/>
                  </a:cubicBezTo>
                  <a:cubicBezTo>
                    <a:pt x="7147" y="13207"/>
                    <a:pt x="6487" y="15094"/>
                    <a:pt x="6157" y="15094"/>
                  </a:cubicBezTo>
                  <a:cubicBezTo>
                    <a:pt x="6042" y="15094"/>
                    <a:pt x="5970" y="14917"/>
                    <a:pt x="5970" y="14688"/>
                  </a:cubicBezTo>
                  <a:lnTo>
                    <a:pt x="5899" y="12854"/>
                  </a:lnTo>
                  <a:cubicBezTo>
                    <a:pt x="5899" y="12678"/>
                    <a:pt x="5827" y="12484"/>
                    <a:pt x="5640" y="12484"/>
                  </a:cubicBezTo>
                  <a:cubicBezTo>
                    <a:pt x="5195" y="12484"/>
                    <a:pt x="4334" y="12431"/>
                    <a:pt x="4062" y="12431"/>
                  </a:cubicBezTo>
                  <a:cubicBezTo>
                    <a:pt x="3875" y="12431"/>
                    <a:pt x="3803" y="12378"/>
                    <a:pt x="3803" y="12290"/>
                  </a:cubicBezTo>
                  <a:cubicBezTo>
                    <a:pt x="3803" y="11920"/>
                    <a:pt x="5296" y="10632"/>
                    <a:pt x="5296" y="10315"/>
                  </a:cubicBezTo>
                  <a:moveTo>
                    <a:pt x="4234" y="17844"/>
                  </a:moveTo>
                  <a:cubicBezTo>
                    <a:pt x="4837" y="17844"/>
                    <a:pt x="4951" y="19643"/>
                    <a:pt x="5066" y="20683"/>
                  </a:cubicBezTo>
                  <a:cubicBezTo>
                    <a:pt x="5138" y="21230"/>
                    <a:pt x="5210" y="21283"/>
                    <a:pt x="5396" y="21283"/>
                  </a:cubicBezTo>
                  <a:cubicBezTo>
                    <a:pt x="5841" y="21283"/>
                    <a:pt x="6545" y="19167"/>
                    <a:pt x="7033" y="19167"/>
                  </a:cubicBezTo>
                  <a:cubicBezTo>
                    <a:pt x="7736" y="19167"/>
                    <a:pt x="9645" y="21600"/>
                    <a:pt x="12831" y="21600"/>
                  </a:cubicBezTo>
                  <a:cubicBezTo>
                    <a:pt x="17352" y="21600"/>
                    <a:pt x="21600" y="17686"/>
                    <a:pt x="21600" y="10809"/>
                  </a:cubicBezTo>
                  <a:cubicBezTo>
                    <a:pt x="21600" y="4161"/>
                    <a:pt x="17782" y="264"/>
                    <a:pt x="12515" y="264"/>
                  </a:cubicBezTo>
                  <a:cubicBezTo>
                    <a:pt x="10018" y="264"/>
                    <a:pt x="8181" y="1781"/>
                    <a:pt x="7205" y="1781"/>
                  </a:cubicBezTo>
                  <a:cubicBezTo>
                    <a:pt x="6616" y="1834"/>
                    <a:pt x="5712" y="0"/>
                    <a:pt x="5267" y="0"/>
                  </a:cubicBezTo>
                  <a:cubicBezTo>
                    <a:pt x="5081" y="0"/>
                    <a:pt x="4894" y="458"/>
                    <a:pt x="4894" y="1234"/>
                  </a:cubicBezTo>
                  <a:cubicBezTo>
                    <a:pt x="4894" y="1746"/>
                    <a:pt x="4894" y="3350"/>
                    <a:pt x="4449" y="3350"/>
                  </a:cubicBezTo>
                  <a:cubicBezTo>
                    <a:pt x="3545" y="3350"/>
                    <a:pt x="72" y="194"/>
                    <a:pt x="72" y="1340"/>
                  </a:cubicBezTo>
                  <a:cubicBezTo>
                    <a:pt x="72" y="2398"/>
                    <a:pt x="2397" y="5607"/>
                    <a:pt x="2397" y="6436"/>
                  </a:cubicBezTo>
                  <a:cubicBezTo>
                    <a:pt x="2397" y="7265"/>
                    <a:pt x="115" y="8040"/>
                    <a:pt x="115" y="8587"/>
                  </a:cubicBezTo>
                  <a:cubicBezTo>
                    <a:pt x="115" y="9592"/>
                    <a:pt x="2540" y="9768"/>
                    <a:pt x="2540" y="11056"/>
                  </a:cubicBezTo>
                  <a:cubicBezTo>
                    <a:pt x="2540" y="12343"/>
                    <a:pt x="0" y="13348"/>
                    <a:pt x="0" y="14318"/>
                  </a:cubicBezTo>
                  <a:cubicBezTo>
                    <a:pt x="0" y="15094"/>
                    <a:pt x="2540" y="14547"/>
                    <a:pt x="2540" y="15499"/>
                  </a:cubicBezTo>
                  <a:cubicBezTo>
                    <a:pt x="2540" y="16469"/>
                    <a:pt x="675" y="19678"/>
                    <a:pt x="675" y="20595"/>
                  </a:cubicBezTo>
                  <a:cubicBezTo>
                    <a:pt x="675" y="20824"/>
                    <a:pt x="718" y="20824"/>
                    <a:pt x="861" y="20824"/>
                  </a:cubicBezTo>
                  <a:cubicBezTo>
                    <a:pt x="1564" y="20824"/>
                    <a:pt x="3703" y="17844"/>
                    <a:pt x="4220" y="17844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8" name="Line">
              <a:extLst>
                <a:ext uri="{FF2B5EF4-FFF2-40B4-BE49-F238E27FC236}">
                  <a16:creationId xmlns:a16="http://schemas.microsoft.com/office/drawing/2014/main" id="{53CF1434-25D9-13BE-7C17-DDA86D08EA5E}"/>
                </a:ext>
              </a:extLst>
            </p:cNvPr>
            <p:cNvSpPr/>
            <p:nvPr/>
          </p:nvSpPr>
          <p:spPr>
            <a:xfrm>
              <a:off x="4682467" y="7619551"/>
              <a:ext cx="1249786" cy="928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69" y="5037"/>
                  </a:moveTo>
                  <a:cubicBezTo>
                    <a:pt x="16269" y="5644"/>
                    <a:pt x="16112" y="6356"/>
                    <a:pt x="15700" y="7042"/>
                  </a:cubicBezTo>
                  <a:cubicBezTo>
                    <a:pt x="15132" y="5670"/>
                    <a:pt x="13564" y="4985"/>
                    <a:pt x="12838" y="4985"/>
                  </a:cubicBezTo>
                  <a:cubicBezTo>
                    <a:pt x="7585" y="4985"/>
                    <a:pt x="9585" y="15218"/>
                    <a:pt x="3979" y="15218"/>
                  </a:cubicBezTo>
                  <a:cubicBezTo>
                    <a:pt x="1627" y="15218"/>
                    <a:pt x="1431" y="14796"/>
                    <a:pt x="568" y="14822"/>
                  </a:cubicBezTo>
                  <a:cubicBezTo>
                    <a:pt x="216" y="14822"/>
                    <a:pt x="0" y="15033"/>
                    <a:pt x="0" y="15429"/>
                  </a:cubicBezTo>
                  <a:cubicBezTo>
                    <a:pt x="0" y="17222"/>
                    <a:pt x="1901" y="21600"/>
                    <a:pt x="7135" y="21600"/>
                  </a:cubicBezTo>
                  <a:cubicBezTo>
                    <a:pt x="12388" y="21600"/>
                    <a:pt x="17445" y="17275"/>
                    <a:pt x="17425" y="11921"/>
                  </a:cubicBezTo>
                  <a:cubicBezTo>
                    <a:pt x="17425" y="11024"/>
                    <a:pt x="17268" y="10075"/>
                    <a:pt x="16955" y="9125"/>
                  </a:cubicBezTo>
                  <a:cubicBezTo>
                    <a:pt x="17151" y="8703"/>
                    <a:pt x="17660" y="8440"/>
                    <a:pt x="18131" y="8440"/>
                  </a:cubicBezTo>
                  <a:cubicBezTo>
                    <a:pt x="18954" y="8440"/>
                    <a:pt x="19405" y="9679"/>
                    <a:pt x="20169" y="9679"/>
                  </a:cubicBezTo>
                  <a:cubicBezTo>
                    <a:pt x="20992" y="9679"/>
                    <a:pt x="21600" y="8862"/>
                    <a:pt x="21600" y="7754"/>
                  </a:cubicBezTo>
                  <a:cubicBezTo>
                    <a:pt x="21600" y="6857"/>
                    <a:pt x="21247" y="6251"/>
                    <a:pt x="20620" y="5829"/>
                  </a:cubicBezTo>
                  <a:cubicBezTo>
                    <a:pt x="21032" y="5407"/>
                    <a:pt x="21326" y="4721"/>
                    <a:pt x="21326" y="3982"/>
                  </a:cubicBezTo>
                  <a:cubicBezTo>
                    <a:pt x="21326" y="2822"/>
                    <a:pt x="20718" y="1714"/>
                    <a:pt x="19699" y="1714"/>
                  </a:cubicBezTo>
                  <a:cubicBezTo>
                    <a:pt x="19248" y="1714"/>
                    <a:pt x="18934" y="1925"/>
                    <a:pt x="18581" y="2400"/>
                  </a:cubicBezTo>
                  <a:cubicBezTo>
                    <a:pt x="18483" y="1160"/>
                    <a:pt x="17974" y="0"/>
                    <a:pt x="16994" y="0"/>
                  </a:cubicBezTo>
                  <a:cubicBezTo>
                    <a:pt x="16229" y="0"/>
                    <a:pt x="15661" y="765"/>
                    <a:pt x="15661" y="1925"/>
                  </a:cubicBezTo>
                  <a:cubicBezTo>
                    <a:pt x="15661" y="3007"/>
                    <a:pt x="16229" y="3903"/>
                    <a:pt x="16229" y="5064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89" name="Shape">
              <a:extLst>
                <a:ext uri="{FF2B5EF4-FFF2-40B4-BE49-F238E27FC236}">
                  <a16:creationId xmlns:a16="http://schemas.microsoft.com/office/drawing/2014/main" id="{72ED29AD-ECD5-2504-4B70-37435B2B0E4D}"/>
                </a:ext>
              </a:extLst>
            </p:cNvPr>
            <p:cNvSpPr/>
            <p:nvPr/>
          </p:nvSpPr>
          <p:spPr>
            <a:xfrm>
              <a:off x="3789917" y="7016207"/>
              <a:ext cx="1239587" cy="10842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0" h="21578" extrusionOk="0">
                  <a:moveTo>
                    <a:pt x="3751" y="5417"/>
                  </a:moveTo>
                  <a:cubicBezTo>
                    <a:pt x="7858" y="6591"/>
                    <a:pt x="9911" y="9096"/>
                    <a:pt x="10326" y="12098"/>
                  </a:cubicBezTo>
                  <a:cubicBezTo>
                    <a:pt x="10741" y="14964"/>
                    <a:pt x="11254" y="17312"/>
                    <a:pt x="12221" y="18485"/>
                  </a:cubicBezTo>
                  <a:cubicBezTo>
                    <a:pt x="13505" y="20133"/>
                    <a:pt x="16032" y="21600"/>
                    <a:pt x="18243" y="21577"/>
                  </a:cubicBezTo>
                  <a:cubicBezTo>
                    <a:pt x="20099" y="21577"/>
                    <a:pt x="21580" y="20878"/>
                    <a:pt x="21580" y="18937"/>
                  </a:cubicBezTo>
                  <a:cubicBezTo>
                    <a:pt x="21580" y="16815"/>
                    <a:pt x="19053" y="12075"/>
                    <a:pt x="15361" y="12075"/>
                  </a:cubicBezTo>
                  <a:cubicBezTo>
                    <a:pt x="15005" y="12075"/>
                    <a:pt x="14531" y="12143"/>
                    <a:pt x="14018" y="12143"/>
                  </a:cubicBezTo>
                  <a:cubicBezTo>
                    <a:pt x="13564" y="12143"/>
                    <a:pt x="12893" y="12030"/>
                    <a:pt x="12478" y="11624"/>
                  </a:cubicBezTo>
                  <a:cubicBezTo>
                    <a:pt x="11649" y="10811"/>
                    <a:pt x="11392" y="6387"/>
                    <a:pt x="9852" y="3747"/>
                  </a:cubicBezTo>
                  <a:cubicBezTo>
                    <a:pt x="8154" y="813"/>
                    <a:pt x="6298" y="0"/>
                    <a:pt x="3791" y="0"/>
                  </a:cubicBezTo>
                  <a:cubicBezTo>
                    <a:pt x="1994" y="0"/>
                    <a:pt x="-20" y="1129"/>
                    <a:pt x="0" y="2754"/>
                  </a:cubicBezTo>
                  <a:cubicBezTo>
                    <a:pt x="0" y="3747"/>
                    <a:pt x="454" y="4446"/>
                    <a:pt x="3751" y="5394"/>
                  </a:cubicBezTo>
                  <a:moveTo>
                    <a:pt x="18105" y="18553"/>
                  </a:moveTo>
                  <a:cubicBezTo>
                    <a:pt x="16565" y="18553"/>
                    <a:pt x="14255" y="16680"/>
                    <a:pt x="14255" y="15619"/>
                  </a:cubicBezTo>
                  <a:cubicBezTo>
                    <a:pt x="14255" y="14739"/>
                    <a:pt x="14966" y="14265"/>
                    <a:pt x="15538" y="14265"/>
                  </a:cubicBezTo>
                  <a:cubicBezTo>
                    <a:pt x="16822" y="14265"/>
                    <a:pt x="19132" y="16093"/>
                    <a:pt x="19132" y="17605"/>
                  </a:cubicBezTo>
                  <a:cubicBezTo>
                    <a:pt x="19132" y="18011"/>
                    <a:pt x="18875" y="18553"/>
                    <a:pt x="18105" y="18553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90" name="Shape">
              <a:extLst>
                <a:ext uri="{FF2B5EF4-FFF2-40B4-BE49-F238E27FC236}">
                  <a16:creationId xmlns:a16="http://schemas.microsoft.com/office/drawing/2014/main" id="{7AAFD686-B002-43ED-5D1A-9C740F5AABA8}"/>
                </a:ext>
              </a:extLst>
            </p:cNvPr>
            <p:cNvSpPr/>
            <p:nvPr/>
          </p:nvSpPr>
          <p:spPr>
            <a:xfrm>
              <a:off x="4546374" y="4971413"/>
              <a:ext cx="756451" cy="19620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59" y="7479"/>
                  </a:moveTo>
                  <a:cubicBezTo>
                    <a:pt x="259" y="5394"/>
                    <a:pt x="13051" y="4295"/>
                    <a:pt x="13051" y="1723"/>
                  </a:cubicBezTo>
                  <a:cubicBezTo>
                    <a:pt x="13051" y="1298"/>
                    <a:pt x="12630" y="549"/>
                    <a:pt x="11852" y="0"/>
                  </a:cubicBezTo>
                  <a:cubicBezTo>
                    <a:pt x="16321" y="936"/>
                    <a:pt x="19625" y="2535"/>
                    <a:pt x="19625" y="3833"/>
                  </a:cubicBezTo>
                  <a:cubicBezTo>
                    <a:pt x="19625" y="6080"/>
                    <a:pt x="13569" y="7117"/>
                    <a:pt x="13569" y="8515"/>
                  </a:cubicBezTo>
                  <a:cubicBezTo>
                    <a:pt x="13569" y="10138"/>
                    <a:pt x="20046" y="10400"/>
                    <a:pt x="20078" y="12411"/>
                  </a:cubicBezTo>
                  <a:cubicBezTo>
                    <a:pt x="20078" y="14071"/>
                    <a:pt x="13925" y="15982"/>
                    <a:pt x="13925" y="18129"/>
                  </a:cubicBezTo>
                  <a:cubicBezTo>
                    <a:pt x="13925" y="19790"/>
                    <a:pt x="16969" y="21151"/>
                    <a:pt x="21600" y="21375"/>
                  </a:cubicBezTo>
                  <a:cubicBezTo>
                    <a:pt x="20078" y="21500"/>
                    <a:pt x="18750" y="21600"/>
                    <a:pt x="17293" y="21600"/>
                  </a:cubicBezTo>
                  <a:cubicBezTo>
                    <a:pt x="8776" y="21600"/>
                    <a:pt x="0" y="18916"/>
                    <a:pt x="0" y="15694"/>
                  </a:cubicBezTo>
                  <a:cubicBezTo>
                    <a:pt x="0" y="14109"/>
                    <a:pt x="1749" y="12710"/>
                    <a:pt x="4469" y="11699"/>
                  </a:cubicBezTo>
                  <a:cubicBezTo>
                    <a:pt x="6833" y="12473"/>
                    <a:pt x="9197" y="12997"/>
                    <a:pt x="10719" y="12997"/>
                  </a:cubicBezTo>
                  <a:cubicBezTo>
                    <a:pt x="12079" y="12997"/>
                    <a:pt x="12662" y="12735"/>
                    <a:pt x="12662" y="12348"/>
                  </a:cubicBezTo>
                  <a:cubicBezTo>
                    <a:pt x="12662" y="11150"/>
                    <a:pt x="259" y="10051"/>
                    <a:pt x="259" y="7479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91" name="Line">
              <a:extLst>
                <a:ext uri="{FF2B5EF4-FFF2-40B4-BE49-F238E27FC236}">
                  <a16:creationId xmlns:a16="http://schemas.microsoft.com/office/drawing/2014/main" id="{2DD985D8-DC76-5426-136A-AB48DA3E43EE}"/>
                </a:ext>
              </a:extLst>
            </p:cNvPr>
            <p:cNvSpPr/>
            <p:nvPr/>
          </p:nvSpPr>
          <p:spPr>
            <a:xfrm>
              <a:off x="5348188" y="7059303"/>
              <a:ext cx="322087" cy="3924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0" extrusionOk="0">
                  <a:moveTo>
                    <a:pt x="10115" y="4420"/>
                  </a:moveTo>
                  <a:cubicBezTo>
                    <a:pt x="3346" y="6972"/>
                    <a:pt x="608" y="6536"/>
                    <a:pt x="608" y="12201"/>
                  </a:cubicBezTo>
                  <a:cubicBezTo>
                    <a:pt x="608" y="14317"/>
                    <a:pt x="0" y="17056"/>
                    <a:pt x="0" y="18488"/>
                  </a:cubicBezTo>
                  <a:cubicBezTo>
                    <a:pt x="0" y="20417"/>
                    <a:pt x="380" y="21600"/>
                    <a:pt x="3194" y="21538"/>
                  </a:cubicBezTo>
                  <a:cubicBezTo>
                    <a:pt x="10344" y="21538"/>
                    <a:pt x="21600" y="11640"/>
                    <a:pt x="21600" y="3237"/>
                  </a:cubicBezTo>
                  <a:cubicBezTo>
                    <a:pt x="21600" y="996"/>
                    <a:pt x="20003" y="0"/>
                    <a:pt x="18254" y="0"/>
                  </a:cubicBezTo>
                  <a:cubicBezTo>
                    <a:pt x="16656" y="0"/>
                    <a:pt x="14907" y="2614"/>
                    <a:pt x="10115" y="4357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92" name="Line">
              <a:extLst>
                <a:ext uri="{FF2B5EF4-FFF2-40B4-BE49-F238E27FC236}">
                  <a16:creationId xmlns:a16="http://schemas.microsoft.com/office/drawing/2014/main" id="{CC36DF20-19B0-CBF8-4517-8AAD61220DFA}"/>
                </a:ext>
              </a:extLst>
            </p:cNvPr>
            <p:cNvSpPr/>
            <p:nvPr/>
          </p:nvSpPr>
          <p:spPr>
            <a:xfrm>
              <a:off x="4506681" y="6365230"/>
              <a:ext cx="1322369" cy="1281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05" y="9481"/>
                  </a:moveTo>
                  <a:cubicBezTo>
                    <a:pt x="16005" y="7245"/>
                    <a:pt x="11522" y="7206"/>
                    <a:pt x="11522" y="3823"/>
                  </a:cubicBezTo>
                  <a:cubicBezTo>
                    <a:pt x="11522" y="2982"/>
                    <a:pt x="12060" y="1529"/>
                    <a:pt x="13116" y="0"/>
                  </a:cubicBezTo>
                  <a:cubicBezTo>
                    <a:pt x="13560" y="2581"/>
                    <a:pt x="14561" y="3919"/>
                    <a:pt x="16728" y="4779"/>
                  </a:cubicBezTo>
                  <a:cubicBezTo>
                    <a:pt x="21026" y="6423"/>
                    <a:pt x="21600" y="8908"/>
                    <a:pt x="21600" y="11545"/>
                  </a:cubicBezTo>
                  <a:cubicBezTo>
                    <a:pt x="21600" y="16018"/>
                    <a:pt x="18580" y="21600"/>
                    <a:pt x="10763" y="21600"/>
                  </a:cubicBezTo>
                  <a:cubicBezTo>
                    <a:pt x="4502" y="21600"/>
                    <a:pt x="0" y="15846"/>
                    <a:pt x="0" y="10972"/>
                  </a:cubicBezTo>
                  <a:cubicBezTo>
                    <a:pt x="0" y="9634"/>
                    <a:pt x="333" y="8143"/>
                    <a:pt x="1149" y="8143"/>
                  </a:cubicBezTo>
                  <a:cubicBezTo>
                    <a:pt x="1871" y="8143"/>
                    <a:pt x="2112" y="8736"/>
                    <a:pt x="2686" y="9328"/>
                  </a:cubicBezTo>
                  <a:cubicBezTo>
                    <a:pt x="4854" y="11565"/>
                    <a:pt x="7225" y="12157"/>
                    <a:pt x="10652" y="12157"/>
                  </a:cubicBezTo>
                  <a:cubicBezTo>
                    <a:pt x="13745" y="12157"/>
                    <a:pt x="16005" y="10857"/>
                    <a:pt x="16005" y="9519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93" name="Shape">
              <a:extLst>
                <a:ext uri="{FF2B5EF4-FFF2-40B4-BE49-F238E27FC236}">
                  <a16:creationId xmlns:a16="http://schemas.microsoft.com/office/drawing/2014/main" id="{08405945-2867-662D-ED2B-828DE82FA271}"/>
                </a:ext>
              </a:extLst>
            </p:cNvPr>
            <p:cNvSpPr/>
            <p:nvPr/>
          </p:nvSpPr>
          <p:spPr>
            <a:xfrm>
              <a:off x="2843880" y="6615152"/>
              <a:ext cx="869702" cy="772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1" h="20823" extrusionOk="0">
                  <a:moveTo>
                    <a:pt x="13432" y="10193"/>
                  </a:moveTo>
                  <a:cubicBezTo>
                    <a:pt x="13598" y="11843"/>
                    <a:pt x="12552" y="13340"/>
                    <a:pt x="11039" y="13554"/>
                  </a:cubicBezTo>
                  <a:cubicBezTo>
                    <a:pt x="9553" y="13737"/>
                    <a:pt x="8177" y="12576"/>
                    <a:pt x="8012" y="10896"/>
                  </a:cubicBezTo>
                  <a:cubicBezTo>
                    <a:pt x="7847" y="9246"/>
                    <a:pt x="8892" y="7718"/>
                    <a:pt x="10406" y="7535"/>
                  </a:cubicBezTo>
                  <a:cubicBezTo>
                    <a:pt x="11892" y="7352"/>
                    <a:pt x="13240" y="8543"/>
                    <a:pt x="13432" y="10193"/>
                  </a:cubicBezTo>
                  <a:moveTo>
                    <a:pt x="60" y="13309"/>
                  </a:moveTo>
                  <a:cubicBezTo>
                    <a:pt x="362" y="16028"/>
                    <a:pt x="2646" y="18075"/>
                    <a:pt x="5233" y="17770"/>
                  </a:cubicBezTo>
                  <a:cubicBezTo>
                    <a:pt x="6168" y="17648"/>
                    <a:pt x="7021" y="17373"/>
                    <a:pt x="7599" y="16975"/>
                  </a:cubicBezTo>
                  <a:cubicBezTo>
                    <a:pt x="8177" y="19511"/>
                    <a:pt x="10103" y="21161"/>
                    <a:pt x="12690" y="20764"/>
                  </a:cubicBezTo>
                  <a:cubicBezTo>
                    <a:pt x="15331" y="20367"/>
                    <a:pt x="17120" y="18075"/>
                    <a:pt x="16817" y="15142"/>
                  </a:cubicBezTo>
                  <a:cubicBezTo>
                    <a:pt x="16734" y="14348"/>
                    <a:pt x="16597" y="13859"/>
                    <a:pt x="16377" y="13309"/>
                  </a:cubicBezTo>
                  <a:cubicBezTo>
                    <a:pt x="16377" y="13309"/>
                    <a:pt x="16734" y="13279"/>
                    <a:pt x="16982" y="13218"/>
                  </a:cubicBezTo>
                  <a:cubicBezTo>
                    <a:pt x="19568" y="12668"/>
                    <a:pt x="21302" y="10376"/>
                    <a:pt x="21082" y="7596"/>
                  </a:cubicBezTo>
                  <a:cubicBezTo>
                    <a:pt x="20807" y="4724"/>
                    <a:pt x="18468" y="2616"/>
                    <a:pt x="16074" y="2952"/>
                  </a:cubicBezTo>
                  <a:cubicBezTo>
                    <a:pt x="15138" y="3074"/>
                    <a:pt x="14285" y="3472"/>
                    <a:pt x="13708" y="4022"/>
                  </a:cubicBezTo>
                  <a:cubicBezTo>
                    <a:pt x="13047" y="1639"/>
                    <a:pt x="11039" y="-439"/>
                    <a:pt x="8287" y="80"/>
                  </a:cubicBezTo>
                  <a:cubicBezTo>
                    <a:pt x="5811" y="539"/>
                    <a:pt x="4160" y="2891"/>
                    <a:pt x="4407" y="5855"/>
                  </a:cubicBezTo>
                  <a:cubicBezTo>
                    <a:pt x="4435" y="6343"/>
                    <a:pt x="4545" y="6893"/>
                    <a:pt x="4765" y="7443"/>
                  </a:cubicBezTo>
                  <a:cubicBezTo>
                    <a:pt x="4765" y="7443"/>
                    <a:pt x="4352" y="7504"/>
                    <a:pt x="4050" y="7566"/>
                  </a:cubicBezTo>
                  <a:cubicBezTo>
                    <a:pt x="1958" y="7902"/>
                    <a:pt x="-298" y="10254"/>
                    <a:pt x="32" y="1334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  <p:sp>
          <p:nvSpPr>
            <p:cNvPr id="94" name="Shape">
              <a:extLst>
                <a:ext uri="{FF2B5EF4-FFF2-40B4-BE49-F238E27FC236}">
                  <a16:creationId xmlns:a16="http://schemas.microsoft.com/office/drawing/2014/main" id="{06AFE044-9055-63B2-E7CB-1AE0DBEB90FC}"/>
                </a:ext>
              </a:extLst>
            </p:cNvPr>
            <p:cNvSpPr/>
            <p:nvPr/>
          </p:nvSpPr>
          <p:spPr>
            <a:xfrm>
              <a:off x="1266668" y="10127826"/>
              <a:ext cx="9687409" cy="2075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5" h="21510" extrusionOk="0">
                  <a:moveTo>
                    <a:pt x="8662" y="18666"/>
                  </a:moveTo>
                  <a:cubicBezTo>
                    <a:pt x="8847" y="18666"/>
                    <a:pt x="9168" y="18396"/>
                    <a:pt x="9420" y="16539"/>
                  </a:cubicBezTo>
                  <a:cubicBezTo>
                    <a:pt x="9279" y="15046"/>
                    <a:pt x="9180" y="12050"/>
                    <a:pt x="9168" y="10957"/>
                  </a:cubicBezTo>
                  <a:cubicBezTo>
                    <a:pt x="9102" y="5375"/>
                    <a:pt x="9572" y="133"/>
                    <a:pt x="10077" y="4"/>
                  </a:cubicBezTo>
                  <a:cubicBezTo>
                    <a:pt x="10449" y="-90"/>
                    <a:pt x="10745" y="1555"/>
                    <a:pt x="10775" y="4199"/>
                  </a:cubicBezTo>
                  <a:cubicBezTo>
                    <a:pt x="10856" y="11157"/>
                    <a:pt x="10355" y="14048"/>
                    <a:pt x="10103" y="16539"/>
                  </a:cubicBezTo>
                  <a:cubicBezTo>
                    <a:pt x="10143" y="17514"/>
                    <a:pt x="10494" y="19171"/>
                    <a:pt x="10830" y="19183"/>
                  </a:cubicBezTo>
                  <a:cubicBezTo>
                    <a:pt x="10954" y="19183"/>
                    <a:pt x="11103" y="18901"/>
                    <a:pt x="11141" y="18666"/>
                  </a:cubicBezTo>
                  <a:cubicBezTo>
                    <a:pt x="11116" y="18266"/>
                    <a:pt x="11093" y="17749"/>
                    <a:pt x="11093" y="16997"/>
                  </a:cubicBezTo>
                  <a:cubicBezTo>
                    <a:pt x="11098" y="12966"/>
                    <a:pt x="11662" y="9582"/>
                    <a:pt x="12144" y="9594"/>
                  </a:cubicBezTo>
                  <a:cubicBezTo>
                    <a:pt x="12529" y="9594"/>
                    <a:pt x="12748" y="11967"/>
                    <a:pt x="12746" y="13530"/>
                  </a:cubicBezTo>
                  <a:cubicBezTo>
                    <a:pt x="12743" y="15376"/>
                    <a:pt x="12407" y="16856"/>
                    <a:pt x="11909" y="18290"/>
                  </a:cubicBezTo>
                  <a:cubicBezTo>
                    <a:pt x="11995" y="18690"/>
                    <a:pt x="12155" y="18983"/>
                    <a:pt x="12294" y="18995"/>
                  </a:cubicBezTo>
                  <a:cubicBezTo>
                    <a:pt x="12999" y="19019"/>
                    <a:pt x="13375" y="15058"/>
                    <a:pt x="13653" y="11427"/>
                  </a:cubicBezTo>
                  <a:cubicBezTo>
                    <a:pt x="13704" y="10734"/>
                    <a:pt x="13792" y="9758"/>
                    <a:pt x="13964" y="9770"/>
                  </a:cubicBezTo>
                  <a:cubicBezTo>
                    <a:pt x="14262" y="9770"/>
                    <a:pt x="14373" y="18878"/>
                    <a:pt x="14866" y="18889"/>
                  </a:cubicBezTo>
                  <a:cubicBezTo>
                    <a:pt x="15078" y="18889"/>
                    <a:pt x="15253" y="16880"/>
                    <a:pt x="15255" y="15328"/>
                  </a:cubicBezTo>
                  <a:cubicBezTo>
                    <a:pt x="15255" y="14177"/>
                    <a:pt x="15169" y="14059"/>
                    <a:pt x="15172" y="12391"/>
                  </a:cubicBezTo>
                  <a:cubicBezTo>
                    <a:pt x="15172" y="10545"/>
                    <a:pt x="15386" y="9006"/>
                    <a:pt x="15672" y="9006"/>
                  </a:cubicBezTo>
                  <a:cubicBezTo>
                    <a:pt x="15846" y="9006"/>
                    <a:pt x="15907" y="9817"/>
                    <a:pt x="15905" y="10792"/>
                  </a:cubicBezTo>
                  <a:cubicBezTo>
                    <a:pt x="15899" y="14482"/>
                    <a:pt x="15321" y="21310"/>
                    <a:pt x="14479" y="21287"/>
                  </a:cubicBezTo>
                  <a:cubicBezTo>
                    <a:pt x="13848" y="21263"/>
                    <a:pt x="13903" y="16198"/>
                    <a:pt x="13681" y="16198"/>
                  </a:cubicBezTo>
                  <a:cubicBezTo>
                    <a:pt x="13433" y="16198"/>
                    <a:pt x="13079" y="21310"/>
                    <a:pt x="11854" y="21275"/>
                  </a:cubicBezTo>
                  <a:cubicBezTo>
                    <a:pt x="11654" y="21275"/>
                    <a:pt x="11445" y="20805"/>
                    <a:pt x="11273" y="19876"/>
                  </a:cubicBezTo>
                  <a:cubicBezTo>
                    <a:pt x="10975" y="20793"/>
                    <a:pt x="10727" y="21193"/>
                    <a:pt x="10441" y="21181"/>
                  </a:cubicBezTo>
                  <a:cubicBezTo>
                    <a:pt x="9984" y="21169"/>
                    <a:pt x="9789" y="18972"/>
                    <a:pt x="9602" y="18972"/>
                  </a:cubicBezTo>
                  <a:cubicBezTo>
                    <a:pt x="9380" y="18972"/>
                    <a:pt x="9130" y="21204"/>
                    <a:pt x="8384" y="21181"/>
                  </a:cubicBezTo>
                  <a:cubicBezTo>
                    <a:pt x="7791" y="21169"/>
                    <a:pt x="7697" y="17479"/>
                    <a:pt x="7485" y="17467"/>
                  </a:cubicBezTo>
                  <a:cubicBezTo>
                    <a:pt x="7298" y="17467"/>
                    <a:pt x="7010" y="21134"/>
                    <a:pt x="6699" y="21122"/>
                  </a:cubicBezTo>
                  <a:cubicBezTo>
                    <a:pt x="6178" y="21110"/>
                    <a:pt x="6077" y="14717"/>
                    <a:pt x="5617" y="14706"/>
                  </a:cubicBezTo>
                  <a:cubicBezTo>
                    <a:pt x="5259" y="14706"/>
                    <a:pt x="4114" y="21157"/>
                    <a:pt x="3808" y="20993"/>
                  </a:cubicBezTo>
                  <a:cubicBezTo>
                    <a:pt x="3684" y="20934"/>
                    <a:pt x="3634" y="20499"/>
                    <a:pt x="3646" y="19923"/>
                  </a:cubicBezTo>
                  <a:cubicBezTo>
                    <a:pt x="3664" y="19124"/>
                    <a:pt x="3816" y="16997"/>
                    <a:pt x="3876" y="15987"/>
                  </a:cubicBezTo>
                  <a:cubicBezTo>
                    <a:pt x="3980" y="14236"/>
                    <a:pt x="4074" y="12320"/>
                    <a:pt x="4127" y="11709"/>
                  </a:cubicBezTo>
                  <a:cubicBezTo>
                    <a:pt x="4177" y="11098"/>
                    <a:pt x="4316" y="10651"/>
                    <a:pt x="4427" y="10710"/>
                  </a:cubicBezTo>
                  <a:cubicBezTo>
                    <a:pt x="4483" y="10734"/>
                    <a:pt x="4498" y="11215"/>
                    <a:pt x="4516" y="11615"/>
                  </a:cubicBezTo>
                  <a:cubicBezTo>
                    <a:pt x="4576" y="13037"/>
                    <a:pt x="4662" y="14494"/>
                    <a:pt x="4761" y="14494"/>
                  </a:cubicBezTo>
                  <a:cubicBezTo>
                    <a:pt x="4935" y="14494"/>
                    <a:pt x="5516" y="9394"/>
                    <a:pt x="5850" y="9406"/>
                  </a:cubicBezTo>
                  <a:cubicBezTo>
                    <a:pt x="6259" y="9417"/>
                    <a:pt x="6297" y="17479"/>
                    <a:pt x="6853" y="17503"/>
                  </a:cubicBezTo>
                  <a:cubicBezTo>
                    <a:pt x="7040" y="17503"/>
                    <a:pt x="7177" y="16480"/>
                    <a:pt x="7303" y="15211"/>
                  </a:cubicBezTo>
                  <a:cubicBezTo>
                    <a:pt x="7318" y="13072"/>
                    <a:pt x="7447" y="10040"/>
                    <a:pt x="7818" y="10052"/>
                  </a:cubicBezTo>
                  <a:cubicBezTo>
                    <a:pt x="8079" y="10052"/>
                    <a:pt x="8200" y="12767"/>
                    <a:pt x="8010" y="15129"/>
                  </a:cubicBezTo>
                  <a:cubicBezTo>
                    <a:pt x="8008" y="17949"/>
                    <a:pt x="8402" y="18654"/>
                    <a:pt x="8662" y="18654"/>
                  </a:cubicBezTo>
                  <a:moveTo>
                    <a:pt x="18575" y="12050"/>
                  </a:moveTo>
                  <a:cubicBezTo>
                    <a:pt x="18419" y="15011"/>
                    <a:pt x="17946" y="19348"/>
                    <a:pt x="17254" y="19324"/>
                  </a:cubicBezTo>
                  <a:cubicBezTo>
                    <a:pt x="17092" y="19324"/>
                    <a:pt x="16809" y="19019"/>
                    <a:pt x="16809" y="18278"/>
                  </a:cubicBezTo>
                  <a:cubicBezTo>
                    <a:pt x="16809" y="17467"/>
                    <a:pt x="17901" y="17397"/>
                    <a:pt x="17906" y="13530"/>
                  </a:cubicBezTo>
                  <a:cubicBezTo>
                    <a:pt x="17906" y="12097"/>
                    <a:pt x="17625" y="10064"/>
                    <a:pt x="17206" y="10052"/>
                  </a:cubicBezTo>
                  <a:cubicBezTo>
                    <a:pt x="16650" y="10040"/>
                    <a:pt x="16102" y="12849"/>
                    <a:pt x="16097" y="16762"/>
                  </a:cubicBezTo>
                  <a:cubicBezTo>
                    <a:pt x="16092" y="20276"/>
                    <a:pt x="16559" y="21439"/>
                    <a:pt x="17029" y="21451"/>
                  </a:cubicBezTo>
                  <a:cubicBezTo>
                    <a:pt x="17848" y="21475"/>
                    <a:pt x="18346" y="18384"/>
                    <a:pt x="18608" y="15799"/>
                  </a:cubicBezTo>
                  <a:cubicBezTo>
                    <a:pt x="18730" y="17526"/>
                    <a:pt x="18798" y="21510"/>
                    <a:pt x="19109" y="21510"/>
                  </a:cubicBezTo>
                  <a:cubicBezTo>
                    <a:pt x="19232" y="21510"/>
                    <a:pt x="19321" y="21228"/>
                    <a:pt x="19470" y="19677"/>
                  </a:cubicBezTo>
                  <a:cubicBezTo>
                    <a:pt x="19846" y="15822"/>
                    <a:pt x="20210" y="11403"/>
                    <a:pt x="20706" y="11415"/>
                  </a:cubicBezTo>
                  <a:cubicBezTo>
                    <a:pt x="20890" y="11415"/>
                    <a:pt x="20779" y="12978"/>
                    <a:pt x="21224" y="12990"/>
                  </a:cubicBezTo>
                  <a:cubicBezTo>
                    <a:pt x="21433" y="12990"/>
                    <a:pt x="21582" y="12191"/>
                    <a:pt x="21585" y="11262"/>
                  </a:cubicBezTo>
                  <a:cubicBezTo>
                    <a:pt x="21585" y="9934"/>
                    <a:pt x="21330" y="8900"/>
                    <a:pt x="20933" y="8888"/>
                  </a:cubicBezTo>
                  <a:cubicBezTo>
                    <a:pt x="19768" y="8853"/>
                    <a:pt x="19510" y="16962"/>
                    <a:pt x="19326" y="16962"/>
                  </a:cubicBezTo>
                  <a:cubicBezTo>
                    <a:pt x="19015" y="16962"/>
                    <a:pt x="19124" y="10451"/>
                    <a:pt x="18901" y="10440"/>
                  </a:cubicBezTo>
                  <a:cubicBezTo>
                    <a:pt x="18704" y="10440"/>
                    <a:pt x="18603" y="11533"/>
                    <a:pt x="18578" y="12038"/>
                  </a:cubicBezTo>
                  <a:moveTo>
                    <a:pt x="10371" y="5751"/>
                  </a:moveTo>
                  <a:cubicBezTo>
                    <a:pt x="10350" y="4141"/>
                    <a:pt x="10270" y="3412"/>
                    <a:pt x="10083" y="3459"/>
                  </a:cubicBezTo>
                  <a:cubicBezTo>
                    <a:pt x="9835" y="3518"/>
                    <a:pt x="9716" y="7126"/>
                    <a:pt x="9762" y="10922"/>
                  </a:cubicBezTo>
                  <a:cubicBezTo>
                    <a:pt x="9789" y="13401"/>
                    <a:pt x="9868" y="13777"/>
                    <a:pt x="9944" y="13754"/>
                  </a:cubicBezTo>
                  <a:cubicBezTo>
                    <a:pt x="10080" y="13718"/>
                    <a:pt x="10414" y="9312"/>
                    <a:pt x="10371" y="5739"/>
                  </a:cubicBezTo>
                  <a:moveTo>
                    <a:pt x="8362" y="2307"/>
                  </a:moveTo>
                  <a:cubicBezTo>
                    <a:pt x="8347" y="1379"/>
                    <a:pt x="8190" y="744"/>
                    <a:pt x="7980" y="744"/>
                  </a:cubicBezTo>
                  <a:cubicBezTo>
                    <a:pt x="7745" y="744"/>
                    <a:pt x="7523" y="1873"/>
                    <a:pt x="7543" y="3318"/>
                  </a:cubicBezTo>
                  <a:cubicBezTo>
                    <a:pt x="7556" y="4270"/>
                    <a:pt x="7677" y="5057"/>
                    <a:pt x="7912" y="5057"/>
                  </a:cubicBezTo>
                  <a:cubicBezTo>
                    <a:pt x="8182" y="5057"/>
                    <a:pt x="8384" y="3635"/>
                    <a:pt x="8359" y="2307"/>
                  </a:cubicBezTo>
                  <a:moveTo>
                    <a:pt x="12198" y="14165"/>
                  </a:moveTo>
                  <a:cubicBezTo>
                    <a:pt x="12198" y="13190"/>
                    <a:pt x="12089" y="12379"/>
                    <a:pt x="11952" y="12379"/>
                  </a:cubicBezTo>
                  <a:cubicBezTo>
                    <a:pt x="11839" y="12379"/>
                    <a:pt x="11581" y="12943"/>
                    <a:pt x="11578" y="14788"/>
                  </a:cubicBezTo>
                  <a:cubicBezTo>
                    <a:pt x="11578" y="16233"/>
                    <a:pt x="11687" y="16915"/>
                    <a:pt x="11735" y="17221"/>
                  </a:cubicBezTo>
                  <a:cubicBezTo>
                    <a:pt x="12094" y="16715"/>
                    <a:pt x="12195" y="15328"/>
                    <a:pt x="12198" y="14177"/>
                  </a:cubicBezTo>
                  <a:moveTo>
                    <a:pt x="17042" y="12355"/>
                  </a:moveTo>
                  <a:cubicBezTo>
                    <a:pt x="17302" y="12355"/>
                    <a:pt x="17375" y="13801"/>
                    <a:pt x="17312" y="14659"/>
                  </a:cubicBezTo>
                  <a:cubicBezTo>
                    <a:pt x="17249" y="15517"/>
                    <a:pt x="17024" y="16492"/>
                    <a:pt x="16678" y="16774"/>
                  </a:cubicBezTo>
                  <a:cubicBezTo>
                    <a:pt x="16604" y="15904"/>
                    <a:pt x="16572" y="12344"/>
                    <a:pt x="17042" y="12355"/>
                  </a:cubicBezTo>
                  <a:moveTo>
                    <a:pt x="2790" y="7843"/>
                  </a:moveTo>
                  <a:cubicBezTo>
                    <a:pt x="2754" y="7314"/>
                    <a:pt x="2653" y="6139"/>
                    <a:pt x="2626" y="5269"/>
                  </a:cubicBezTo>
                  <a:cubicBezTo>
                    <a:pt x="2567" y="3342"/>
                    <a:pt x="2785" y="2084"/>
                    <a:pt x="2982" y="1802"/>
                  </a:cubicBezTo>
                  <a:cubicBezTo>
                    <a:pt x="3204" y="1520"/>
                    <a:pt x="3293" y="2037"/>
                    <a:pt x="3376" y="3259"/>
                  </a:cubicBezTo>
                  <a:cubicBezTo>
                    <a:pt x="3485" y="5104"/>
                    <a:pt x="3495" y="7525"/>
                    <a:pt x="3452" y="10980"/>
                  </a:cubicBezTo>
                  <a:cubicBezTo>
                    <a:pt x="3396" y="15705"/>
                    <a:pt x="2881" y="21392"/>
                    <a:pt x="1617" y="21228"/>
                  </a:cubicBezTo>
                  <a:cubicBezTo>
                    <a:pt x="528" y="21087"/>
                    <a:pt x="51" y="17785"/>
                    <a:pt x="5" y="12778"/>
                  </a:cubicBezTo>
                  <a:cubicBezTo>
                    <a:pt x="-15" y="10416"/>
                    <a:pt x="23" y="8054"/>
                    <a:pt x="240" y="4728"/>
                  </a:cubicBezTo>
                  <a:cubicBezTo>
                    <a:pt x="354" y="2942"/>
                    <a:pt x="455" y="2307"/>
                    <a:pt x="801" y="1978"/>
                  </a:cubicBezTo>
                  <a:cubicBezTo>
                    <a:pt x="1074" y="1755"/>
                    <a:pt x="1046" y="3071"/>
                    <a:pt x="983" y="4634"/>
                  </a:cubicBezTo>
                  <a:cubicBezTo>
                    <a:pt x="844" y="8078"/>
                    <a:pt x="778" y="9746"/>
                    <a:pt x="821" y="13671"/>
                  </a:cubicBezTo>
                  <a:cubicBezTo>
                    <a:pt x="864" y="17820"/>
                    <a:pt x="1271" y="19442"/>
                    <a:pt x="1718" y="19453"/>
                  </a:cubicBezTo>
                  <a:cubicBezTo>
                    <a:pt x="2388" y="19536"/>
                    <a:pt x="2686" y="16950"/>
                    <a:pt x="2818" y="13213"/>
                  </a:cubicBezTo>
                  <a:cubicBezTo>
                    <a:pt x="2921" y="10228"/>
                    <a:pt x="2848" y="8783"/>
                    <a:pt x="2787" y="7866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259787" indent="-259787">
                <a:spcBef>
                  <a:spcPts val="3600"/>
                </a:spcBef>
                <a:buSzPct val="100000"/>
                <a:buFont typeface="Arial"/>
                <a:buChar char="•"/>
                <a:defRPr sz="3000" cap="none" spc="0">
                  <a:solidFill>
                    <a:srgbClr val="E4C54D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endParaRPr/>
            </a:p>
          </p:txBody>
        </p:sp>
      </p:grpSp>
      <p:grpSp>
        <p:nvGrpSpPr>
          <p:cNvPr id="9" name="Unilever Logo: White" descr="The white unilever logo, white wordmark, blue backgorund">
            <a:extLst>
              <a:ext uri="{FF2B5EF4-FFF2-40B4-BE49-F238E27FC236}">
                <a16:creationId xmlns:a16="http://schemas.microsoft.com/office/drawing/2014/main" id="{3F2A1267-B93B-EF65-B430-DD8A416B89EE}"/>
              </a:ext>
            </a:extLst>
          </p:cNvPr>
          <p:cNvGrpSpPr/>
          <p:nvPr/>
        </p:nvGrpSpPr>
        <p:grpSpPr>
          <a:xfrm>
            <a:off x="6715971" y="1398520"/>
            <a:ext cx="1123005" cy="1005878"/>
            <a:chOff x="6715971" y="1398520"/>
            <a:chExt cx="1123005" cy="1005878"/>
          </a:xfrm>
        </p:grpSpPr>
        <p:sp>
          <p:nvSpPr>
            <p:cNvPr id="158" name="Rectangle 157" descr="The white unilever logo, with wordmark, on a blue background">
              <a:extLst>
                <a:ext uri="{FF2B5EF4-FFF2-40B4-BE49-F238E27FC236}">
                  <a16:creationId xmlns:a16="http://schemas.microsoft.com/office/drawing/2014/main" id="{65A5C51C-EBA4-9ACD-2B24-2DF7ADCD7CA9}"/>
                </a:ext>
              </a:extLst>
            </p:cNvPr>
            <p:cNvSpPr/>
            <p:nvPr/>
          </p:nvSpPr>
          <p:spPr>
            <a:xfrm>
              <a:off x="6715971" y="1398520"/>
              <a:ext cx="1123005" cy="1005878"/>
            </a:xfrm>
            <a:prstGeom prst="rect">
              <a:avLst/>
            </a:prstGeom>
            <a:solidFill>
              <a:schemeClr val="tx1"/>
            </a:solidFill>
            <a:ln w="1218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GB" b="1">
                <a:latin typeface="Unilever Desire Semi Bold" pitchFamily="2" charset="77"/>
              </a:endParaRP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99FA5D46-96BE-2371-AC32-855E3F8F12FF}"/>
                </a:ext>
              </a:extLst>
            </p:cNvPr>
            <p:cNvGrpSpPr/>
            <p:nvPr/>
          </p:nvGrpSpPr>
          <p:grpSpPr>
            <a:xfrm>
              <a:off x="6954327" y="1546887"/>
              <a:ext cx="635321" cy="701599"/>
              <a:chOff x="1266668" y="1505583"/>
              <a:chExt cx="9687409" cy="10698029"/>
            </a:xfrm>
            <a:solidFill>
              <a:schemeClr val="bg1"/>
            </a:solidFill>
          </p:grpSpPr>
          <p:sp>
            <p:nvSpPr>
              <p:cNvPr id="96" name="Line">
                <a:extLst>
                  <a:ext uri="{FF2B5EF4-FFF2-40B4-BE49-F238E27FC236}">
                    <a16:creationId xmlns:a16="http://schemas.microsoft.com/office/drawing/2014/main" id="{314CB6B8-511A-AB87-506A-C95AF0E2077F}"/>
                  </a:ext>
                </a:extLst>
              </p:cNvPr>
              <p:cNvSpPr/>
              <p:nvPr/>
            </p:nvSpPr>
            <p:spPr>
              <a:xfrm>
                <a:off x="8835565" y="2919814"/>
                <a:ext cx="587469" cy="3198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381" y="21523"/>
                    </a:moveTo>
                    <a:cubicBezTo>
                      <a:pt x="5880" y="21523"/>
                      <a:pt x="3669" y="21523"/>
                      <a:pt x="2502" y="17157"/>
                    </a:cubicBezTo>
                    <a:cubicBezTo>
                      <a:pt x="1501" y="13557"/>
                      <a:pt x="1835" y="7813"/>
                      <a:pt x="0" y="5209"/>
                    </a:cubicBezTo>
                    <a:cubicBezTo>
                      <a:pt x="1835" y="6204"/>
                      <a:pt x="3795" y="6204"/>
                      <a:pt x="5337" y="6204"/>
                    </a:cubicBezTo>
                    <a:cubicBezTo>
                      <a:pt x="10216" y="6204"/>
                      <a:pt x="14886" y="0"/>
                      <a:pt x="18473" y="0"/>
                    </a:cubicBezTo>
                    <a:cubicBezTo>
                      <a:pt x="20849" y="0"/>
                      <a:pt x="21600" y="2757"/>
                      <a:pt x="21600" y="5591"/>
                    </a:cubicBezTo>
                    <a:cubicBezTo>
                      <a:pt x="21600" y="14400"/>
                      <a:pt x="11968" y="21523"/>
                      <a:pt x="7422" y="216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97" name="Line">
                <a:extLst>
                  <a:ext uri="{FF2B5EF4-FFF2-40B4-BE49-F238E27FC236}">
                    <a16:creationId xmlns:a16="http://schemas.microsoft.com/office/drawing/2014/main" id="{3FBA14D2-73D3-C3AB-D8A7-388C4C0FC859}"/>
                  </a:ext>
                </a:extLst>
              </p:cNvPr>
              <p:cNvSpPr/>
              <p:nvPr/>
            </p:nvSpPr>
            <p:spPr>
              <a:xfrm>
                <a:off x="8904746" y="2914143"/>
                <a:ext cx="782538" cy="6577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69" h="21600" extrusionOk="0">
                    <a:moveTo>
                      <a:pt x="5408" y="21600"/>
                    </a:moveTo>
                    <a:cubicBezTo>
                      <a:pt x="13848" y="21600"/>
                      <a:pt x="21600" y="13556"/>
                      <a:pt x="21569" y="6480"/>
                    </a:cubicBezTo>
                    <a:cubicBezTo>
                      <a:pt x="21569" y="3166"/>
                      <a:pt x="20256" y="484"/>
                      <a:pt x="16911" y="0"/>
                    </a:cubicBezTo>
                    <a:cubicBezTo>
                      <a:pt x="17474" y="857"/>
                      <a:pt x="17724" y="1564"/>
                      <a:pt x="17724" y="3091"/>
                    </a:cubicBezTo>
                    <a:cubicBezTo>
                      <a:pt x="17724" y="8417"/>
                      <a:pt x="10909" y="14338"/>
                      <a:pt x="3501" y="14338"/>
                    </a:cubicBezTo>
                    <a:cubicBezTo>
                      <a:pt x="813" y="14338"/>
                      <a:pt x="0" y="16572"/>
                      <a:pt x="0" y="17727"/>
                    </a:cubicBezTo>
                    <a:cubicBezTo>
                      <a:pt x="0" y="20446"/>
                      <a:pt x="2188" y="21600"/>
                      <a:pt x="5377" y="216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98" name="Line">
                <a:extLst>
                  <a:ext uri="{FF2B5EF4-FFF2-40B4-BE49-F238E27FC236}">
                    <a16:creationId xmlns:a16="http://schemas.microsoft.com/office/drawing/2014/main" id="{E1A49FCD-E5AB-D9A7-3DD5-C3AB083BCBE9}"/>
                  </a:ext>
                </a:extLst>
              </p:cNvPr>
              <p:cNvSpPr/>
              <p:nvPr/>
            </p:nvSpPr>
            <p:spPr>
              <a:xfrm>
                <a:off x="9077130" y="3376859"/>
                <a:ext cx="685276" cy="9675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26" h="21403" extrusionOk="0">
                    <a:moveTo>
                      <a:pt x="35" y="7049"/>
                    </a:moveTo>
                    <a:cubicBezTo>
                      <a:pt x="1235" y="13246"/>
                      <a:pt x="14471" y="21600"/>
                      <a:pt x="18035" y="21399"/>
                    </a:cubicBezTo>
                    <a:cubicBezTo>
                      <a:pt x="20435" y="21249"/>
                      <a:pt x="21353" y="13296"/>
                      <a:pt x="21318" y="7049"/>
                    </a:cubicBezTo>
                    <a:cubicBezTo>
                      <a:pt x="21318" y="3462"/>
                      <a:pt x="21600" y="652"/>
                      <a:pt x="18918" y="0"/>
                    </a:cubicBezTo>
                    <a:cubicBezTo>
                      <a:pt x="14682" y="6071"/>
                      <a:pt x="3600" y="7325"/>
                      <a:pt x="0" y="7075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99" name="Line">
                <a:extLst>
                  <a:ext uri="{FF2B5EF4-FFF2-40B4-BE49-F238E27FC236}">
                    <a16:creationId xmlns:a16="http://schemas.microsoft.com/office/drawing/2014/main" id="{2A280E22-8212-4920-5F2C-346F6FE59795}"/>
                  </a:ext>
                </a:extLst>
              </p:cNvPr>
              <p:cNvSpPr/>
              <p:nvPr/>
            </p:nvSpPr>
            <p:spPr>
              <a:xfrm>
                <a:off x="2187433" y="4881818"/>
                <a:ext cx="1145449" cy="2895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705" y="5043"/>
                    </a:moveTo>
                    <a:cubicBezTo>
                      <a:pt x="6587" y="5043"/>
                      <a:pt x="6202" y="465"/>
                      <a:pt x="9260" y="457"/>
                    </a:cubicBezTo>
                    <a:cubicBezTo>
                      <a:pt x="9987" y="457"/>
                      <a:pt x="10201" y="745"/>
                      <a:pt x="10201" y="1100"/>
                    </a:cubicBezTo>
                    <a:cubicBezTo>
                      <a:pt x="10201" y="2132"/>
                      <a:pt x="8918" y="3655"/>
                      <a:pt x="8918" y="4493"/>
                    </a:cubicBezTo>
                    <a:cubicBezTo>
                      <a:pt x="8918" y="4907"/>
                      <a:pt x="9196" y="5043"/>
                      <a:pt x="9709" y="5043"/>
                    </a:cubicBezTo>
                    <a:cubicBezTo>
                      <a:pt x="11057" y="5043"/>
                      <a:pt x="13366" y="0"/>
                      <a:pt x="15655" y="0"/>
                    </a:cubicBezTo>
                    <a:cubicBezTo>
                      <a:pt x="16382" y="0"/>
                      <a:pt x="16703" y="288"/>
                      <a:pt x="16703" y="575"/>
                    </a:cubicBezTo>
                    <a:cubicBezTo>
                      <a:pt x="16703" y="1633"/>
                      <a:pt x="13324" y="4670"/>
                      <a:pt x="13324" y="5533"/>
                    </a:cubicBezTo>
                    <a:cubicBezTo>
                      <a:pt x="13324" y="5669"/>
                      <a:pt x="13430" y="5779"/>
                      <a:pt x="13709" y="5779"/>
                    </a:cubicBezTo>
                    <a:cubicBezTo>
                      <a:pt x="15099" y="5779"/>
                      <a:pt x="17879" y="3401"/>
                      <a:pt x="18756" y="2208"/>
                    </a:cubicBezTo>
                    <a:cubicBezTo>
                      <a:pt x="19248" y="1591"/>
                      <a:pt x="19932" y="1261"/>
                      <a:pt x="20531" y="1261"/>
                    </a:cubicBezTo>
                    <a:cubicBezTo>
                      <a:pt x="21087" y="1261"/>
                      <a:pt x="21579" y="1506"/>
                      <a:pt x="21600" y="2014"/>
                    </a:cubicBezTo>
                    <a:cubicBezTo>
                      <a:pt x="21600" y="3198"/>
                      <a:pt x="18820" y="5999"/>
                      <a:pt x="16382" y="7868"/>
                    </a:cubicBezTo>
                    <a:cubicBezTo>
                      <a:pt x="14500" y="9324"/>
                      <a:pt x="11549" y="11413"/>
                      <a:pt x="11549" y="12581"/>
                    </a:cubicBezTo>
                    <a:cubicBezTo>
                      <a:pt x="11549" y="13173"/>
                      <a:pt x="11827" y="13791"/>
                      <a:pt x="14008" y="14535"/>
                    </a:cubicBezTo>
                    <a:cubicBezTo>
                      <a:pt x="10436" y="14451"/>
                      <a:pt x="9004" y="14315"/>
                      <a:pt x="7656" y="13216"/>
                    </a:cubicBezTo>
                    <a:cubicBezTo>
                      <a:pt x="1711" y="17911"/>
                      <a:pt x="18627" y="17437"/>
                      <a:pt x="12853" y="21600"/>
                    </a:cubicBezTo>
                    <a:cubicBezTo>
                      <a:pt x="11784" y="20855"/>
                      <a:pt x="3443" y="20086"/>
                      <a:pt x="3443" y="15728"/>
                    </a:cubicBezTo>
                    <a:cubicBezTo>
                      <a:pt x="3443" y="11963"/>
                      <a:pt x="11784" y="9764"/>
                      <a:pt x="11762" y="8198"/>
                    </a:cubicBezTo>
                    <a:cubicBezTo>
                      <a:pt x="11762" y="7894"/>
                      <a:pt x="11484" y="7623"/>
                      <a:pt x="10757" y="7386"/>
                    </a:cubicBezTo>
                    <a:cubicBezTo>
                      <a:pt x="8918" y="6769"/>
                      <a:pt x="8854" y="6261"/>
                      <a:pt x="7421" y="6261"/>
                    </a:cubicBezTo>
                    <a:cubicBezTo>
                      <a:pt x="6373" y="6261"/>
                      <a:pt x="5090" y="7234"/>
                      <a:pt x="6416" y="8088"/>
                    </a:cubicBezTo>
                    <a:cubicBezTo>
                      <a:pt x="6865" y="8376"/>
                      <a:pt x="7250" y="8554"/>
                      <a:pt x="7250" y="8816"/>
                    </a:cubicBezTo>
                    <a:cubicBezTo>
                      <a:pt x="7250" y="9434"/>
                      <a:pt x="4812" y="11083"/>
                      <a:pt x="3080" y="11083"/>
                    </a:cubicBezTo>
                    <a:cubicBezTo>
                      <a:pt x="1347" y="11083"/>
                      <a:pt x="21" y="9391"/>
                      <a:pt x="0" y="6659"/>
                    </a:cubicBezTo>
                    <a:cubicBezTo>
                      <a:pt x="0" y="4239"/>
                      <a:pt x="1369" y="1794"/>
                      <a:pt x="3101" y="1794"/>
                    </a:cubicBezTo>
                    <a:cubicBezTo>
                      <a:pt x="3593" y="1794"/>
                      <a:pt x="3764" y="1929"/>
                      <a:pt x="3764" y="2098"/>
                    </a:cubicBezTo>
                    <a:cubicBezTo>
                      <a:pt x="3764" y="2386"/>
                      <a:pt x="3550" y="2953"/>
                      <a:pt x="3550" y="3926"/>
                    </a:cubicBezTo>
                    <a:cubicBezTo>
                      <a:pt x="3550" y="4958"/>
                      <a:pt x="4170" y="5051"/>
                      <a:pt x="4662" y="5051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0" name="Line">
                <a:extLst>
                  <a:ext uri="{FF2B5EF4-FFF2-40B4-BE49-F238E27FC236}">
                    <a16:creationId xmlns:a16="http://schemas.microsoft.com/office/drawing/2014/main" id="{5237D42C-7B2C-91B0-F2F5-EEF1A3360F47}"/>
                  </a:ext>
                </a:extLst>
              </p:cNvPr>
              <p:cNvSpPr/>
              <p:nvPr/>
            </p:nvSpPr>
            <p:spPr>
              <a:xfrm>
                <a:off x="3031208" y="4988424"/>
                <a:ext cx="1312162" cy="18792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614" y="16477"/>
                    </a:moveTo>
                    <a:cubicBezTo>
                      <a:pt x="4649" y="16477"/>
                      <a:pt x="6347" y="15421"/>
                      <a:pt x="6347" y="13088"/>
                    </a:cubicBezTo>
                    <a:lnTo>
                      <a:pt x="6347" y="9620"/>
                    </a:lnTo>
                    <a:cubicBezTo>
                      <a:pt x="6347" y="8304"/>
                      <a:pt x="6478" y="6805"/>
                      <a:pt x="7748" y="5749"/>
                    </a:cubicBezTo>
                    <a:cubicBezTo>
                      <a:pt x="7598" y="6192"/>
                      <a:pt x="7598" y="6661"/>
                      <a:pt x="7598" y="7104"/>
                    </a:cubicBezTo>
                    <a:cubicBezTo>
                      <a:pt x="7598" y="10024"/>
                      <a:pt x="9932" y="12019"/>
                      <a:pt x="9932" y="14835"/>
                    </a:cubicBezTo>
                    <a:cubicBezTo>
                      <a:pt x="9932" y="15890"/>
                      <a:pt x="9503" y="16464"/>
                      <a:pt x="8326" y="16464"/>
                    </a:cubicBezTo>
                    <a:cubicBezTo>
                      <a:pt x="7206" y="16464"/>
                      <a:pt x="7300" y="15747"/>
                      <a:pt x="7057" y="15747"/>
                    </a:cubicBezTo>
                    <a:cubicBezTo>
                      <a:pt x="6870" y="15747"/>
                      <a:pt x="6571" y="16190"/>
                      <a:pt x="6571" y="16660"/>
                    </a:cubicBezTo>
                    <a:cubicBezTo>
                      <a:pt x="6571" y="17376"/>
                      <a:pt x="7300" y="18484"/>
                      <a:pt x="9334" y="18484"/>
                    </a:cubicBezTo>
                    <a:cubicBezTo>
                      <a:pt x="11089" y="18484"/>
                      <a:pt x="12490" y="17363"/>
                      <a:pt x="12490" y="16112"/>
                    </a:cubicBezTo>
                    <a:cubicBezTo>
                      <a:pt x="12490" y="13062"/>
                      <a:pt x="9073" y="9672"/>
                      <a:pt x="9073" y="6414"/>
                    </a:cubicBezTo>
                    <a:cubicBezTo>
                      <a:pt x="9073" y="4993"/>
                      <a:pt x="9596" y="4041"/>
                      <a:pt x="10044" y="3298"/>
                    </a:cubicBezTo>
                    <a:cubicBezTo>
                      <a:pt x="10044" y="10050"/>
                      <a:pt x="18258" y="14965"/>
                      <a:pt x="18277" y="17781"/>
                    </a:cubicBezTo>
                    <a:cubicBezTo>
                      <a:pt x="18277" y="18419"/>
                      <a:pt x="17605" y="18941"/>
                      <a:pt x="16578" y="18941"/>
                    </a:cubicBezTo>
                    <a:cubicBezTo>
                      <a:pt x="15458" y="18941"/>
                      <a:pt x="14917" y="18328"/>
                      <a:pt x="14917" y="17859"/>
                    </a:cubicBezTo>
                    <a:cubicBezTo>
                      <a:pt x="14917" y="17624"/>
                      <a:pt x="14861" y="17559"/>
                      <a:pt x="14730" y="17559"/>
                    </a:cubicBezTo>
                    <a:cubicBezTo>
                      <a:pt x="14450" y="17559"/>
                      <a:pt x="13572" y="18237"/>
                      <a:pt x="13572" y="19123"/>
                    </a:cubicBezTo>
                    <a:cubicBezTo>
                      <a:pt x="13572" y="20244"/>
                      <a:pt x="14879" y="21600"/>
                      <a:pt x="17325" y="21600"/>
                    </a:cubicBezTo>
                    <a:cubicBezTo>
                      <a:pt x="20088" y="21600"/>
                      <a:pt x="21600" y="19971"/>
                      <a:pt x="21600" y="18511"/>
                    </a:cubicBezTo>
                    <a:cubicBezTo>
                      <a:pt x="21600" y="14952"/>
                      <a:pt x="11631" y="9568"/>
                      <a:pt x="11631" y="3793"/>
                    </a:cubicBezTo>
                    <a:cubicBezTo>
                      <a:pt x="11631" y="2803"/>
                      <a:pt x="11873" y="1212"/>
                      <a:pt x="12882" y="0"/>
                    </a:cubicBezTo>
                    <a:cubicBezTo>
                      <a:pt x="6478" y="2881"/>
                      <a:pt x="4481" y="6726"/>
                      <a:pt x="4499" y="10077"/>
                    </a:cubicBezTo>
                    <a:cubicBezTo>
                      <a:pt x="4499" y="12996"/>
                      <a:pt x="4350" y="14456"/>
                      <a:pt x="2222" y="14456"/>
                    </a:cubicBezTo>
                    <a:cubicBezTo>
                      <a:pt x="1101" y="14456"/>
                      <a:pt x="803" y="13740"/>
                      <a:pt x="429" y="13740"/>
                    </a:cubicBezTo>
                    <a:cubicBezTo>
                      <a:pt x="131" y="13740"/>
                      <a:pt x="0" y="14352"/>
                      <a:pt x="0" y="14522"/>
                    </a:cubicBezTo>
                    <a:cubicBezTo>
                      <a:pt x="0" y="15773"/>
                      <a:pt x="1307" y="16490"/>
                      <a:pt x="2632" y="1649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1" name="Shape">
                <a:extLst>
                  <a:ext uri="{FF2B5EF4-FFF2-40B4-BE49-F238E27FC236}">
                    <a16:creationId xmlns:a16="http://schemas.microsoft.com/office/drawing/2014/main" id="{81337127-3CEC-B9AA-B99D-CA70B2343361}"/>
                  </a:ext>
                </a:extLst>
              </p:cNvPr>
              <p:cNvSpPr/>
              <p:nvPr/>
            </p:nvSpPr>
            <p:spPr>
              <a:xfrm>
                <a:off x="7640218" y="2983324"/>
                <a:ext cx="1125035" cy="7054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48" y="3438"/>
                    </a:moveTo>
                    <a:cubicBezTo>
                      <a:pt x="1067" y="2674"/>
                      <a:pt x="4268" y="3889"/>
                      <a:pt x="8383" y="625"/>
                    </a:cubicBezTo>
                    <a:cubicBezTo>
                      <a:pt x="8884" y="174"/>
                      <a:pt x="9406" y="0"/>
                      <a:pt x="9864" y="0"/>
                    </a:cubicBezTo>
                    <a:cubicBezTo>
                      <a:pt x="11845" y="0"/>
                      <a:pt x="11344" y="3612"/>
                      <a:pt x="13152" y="3612"/>
                    </a:cubicBezTo>
                    <a:cubicBezTo>
                      <a:pt x="14567" y="3612"/>
                      <a:pt x="16374" y="1702"/>
                      <a:pt x="17463" y="1702"/>
                    </a:cubicBezTo>
                    <a:cubicBezTo>
                      <a:pt x="19161" y="1702"/>
                      <a:pt x="21600" y="10175"/>
                      <a:pt x="21600" y="14168"/>
                    </a:cubicBezTo>
                    <a:cubicBezTo>
                      <a:pt x="21600" y="18787"/>
                      <a:pt x="17245" y="21600"/>
                      <a:pt x="12085" y="21600"/>
                    </a:cubicBezTo>
                    <a:cubicBezTo>
                      <a:pt x="4551" y="21600"/>
                      <a:pt x="22" y="11147"/>
                      <a:pt x="0" y="4341"/>
                    </a:cubicBezTo>
                    <a:cubicBezTo>
                      <a:pt x="0" y="3785"/>
                      <a:pt x="174" y="3612"/>
                      <a:pt x="348" y="3438"/>
                    </a:cubicBezTo>
                    <a:moveTo>
                      <a:pt x="12694" y="14898"/>
                    </a:moveTo>
                    <a:cubicBezTo>
                      <a:pt x="15198" y="14898"/>
                      <a:pt x="17049" y="13092"/>
                      <a:pt x="17049" y="11981"/>
                    </a:cubicBezTo>
                    <a:cubicBezTo>
                      <a:pt x="17049" y="11633"/>
                      <a:pt x="16701" y="11356"/>
                      <a:pt x="15960" y="11356"/>
                    </a:cubicBezTo>
                    <a:cubicBezTo>
                      <a:pt x="15220" y="11356"/>
                      <a:pt x="13740" y="11251"/>
                      <a:pt x="10974" y="10557"/>
                    </a:cubicBezTo>
                    <a:cubicBezTo>
                      <a:pt x="8601" y="9932"/>
                      <a:pt x="6772" y="8473"/>
                      <a:pt x="6097" y="8473"/>
                    </a:cubicBezTo>
                    <a:cubicBezTo>
                      <a:pt x="5879" y="8473"/>
                      <a:pt x="5748" y="8647"/>
                      <a:pt x="5748" y="8925"/>
                    </a:cubicBezTo>
                    <a:cubicBezTo>
                      <a:pt x="5748" y="11286"/>
                      <a:pt x="8470" y="14898"/>
                      <a:pt x="12673" y="14898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2" name="Line">
                <a:extLst>
                  <a:ext uri="{FF2B5EF4-FFF2-40B4-BE49-F238E27FC236}">
                    <a16:creationId xmlns:a16="http://schemas.microsoft.com/office/drawing/2014/main" id="{B7548E04-224C-15CB-6D85-87BB28C65BC8}"/>
                  </a:ext>
                </a:extLst>
              </p:cNvPr>
              <p:cNvSpPr/>
              <p:nvPr/>
            </p:nvSpPr>
            <p:spPr>
              <a:xfrm>
                <a:off x="3000580" y="7431286"/>
                <a:ext cx="1357533" cy="12565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2" h="21561" extrusionOk="0">
                    <a:moveTo>
                      <a:pt x="4021" y="1771"/>
                    </a:moveTo>
                    <a:cubicBezTo>
                      <a:pt x="2470" y="2180"/>
                      <a:pt x="-18" y="4807"/>
                      <a:pt x="0" y="8971"/>
                    </a:cubicBezTo>
                    <a:cubicBezTo>
                      <a:pt x="0" y="13933"/>
                      <a:pt x="4940" y="21581"/>
                      <a:pt x="13054" y="21562"/>
                    </a:cubicBezTo>
                    <a:cubicBezTo>
                      <a:pt x="19905" y="21562"/>
                      <a:pt x="21582" y="16444"/>
                      <a:pt x="21582" y="12999"/>
                    </a:cubicBezTo>
                    <a:cubicBezTo>
                      <a:pt x="21582" y="5352"/>
                      <a:pt x="17219" y="-19"/>
                      <a:pt x="11539" y="0"/>
                    </a:cubicBezTo>
                    <a:cubicBezTo>
                      <a:pt x="8438" y="0"/>
                      <a:pt x="5679" y="2433"/>
                      <a:pt x="5679" y="6033"/>
                    </a:cubicBezTo>
                    <a:cubicBezTo>
                      <a:pt x="5679" y="9380"/>
                      <a:pt x="8023" y="14381"/>
                      <a:pt x="13613" y="14381"/>
                    </a:cubicBezTo>
                    <a:cubicBezTo>
                      <a:pt x="16245" y="14381"/>
                      <a:pt x="17778" y="12357"/>
                      <a:pt x="17778" y="10022"/>
                    </a:cubicBezTo>
                    <a:cubicBezTo>
                      <a:pt x="17778" y="7745"/>
                      <a:pt x="15848" y="4612"/>
                      <a:pt x="13036" y="4612"/>
                    </a:cubicBezTo>
                    <a:cubicBezTo>
                      <a:pt x="12188" y="4612"/>
                      <a:pt x="11575" y="5216"/>
                      <a:pt x="11593" y="6189"/>
                    </a:cubicBezTo>
                    <a:cubicBezTo>
                      <a:pt x="11593" y="7395"/>
                      <a:pt x="13144" y="8621"/>
                      <a:pt x="15073" y="8621"/>
                    </a:cubicBezTo>
                    <a:cubicBezTo>
                      <a:pt x="15542" y="8621"/>
                      <a:pt x="15921" y="8524"/>
                      <a:pt x="16101" y="8426"/>
                    </a:cubicBezTo>
                    <a:cubicBezTo>
                      <a:pt x="16191" y="8582"/>
                      <a:pt x="16245" y="8835"/>
                      <a:pt x="16245" y="9030"/>
                    </a:cubicBezTo>
                    <a:cubicBezTo>
                      <a:pt x="16245" y="10197"/>
                      <a:pt x="15217" y="10898"/>
                      <a:pt x="13613" y="10917"/>
                    </a:cubicBezTo>
                    <a:cubicBezTo>
                      <a:pt x="11215" y="10917"/>
                      <a:pt x="8925" y="8991"/>
                      <a:pt x="8907" y="5955"/>
                    </a:cubicBezTo>
                    <a:cubicBezTo>
                      <a:pt x="8907" y="4145"/>
                      <a:pt x="10367" y="2822"/>
                      <a:pt x="12477" y="2822"/>
                    </a:cubicBezTo>
                    <a:cubicBezTo>
                      <a:pt x="16660" y="2822"/>
                      <a:pt x="19148" y="6811"/>
                      <a:pt x="19148" y="10820"/>
                    </a:cubicBezTo>
                    <a:cubicBezTo>
                      <a:pt x="19148" y="14420"/>
                      <a:pt x="17327" y="16483"/>
                      <a:pt x="13577" y="16502"/>
                    </a:cubicBezTo>
                    <a:cubicBezTo>
                      <a:pt x="6076" y="16502"/>
                      <a:pt x="2398" y="9224"/>
                      <a:pt x="4039" y="183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3" name="Line">
                <a:extLst>
                  <a:ext uri="{FF2B5EF4-FFF2-40B4-BE49-F238E27FC236}">
                    <a16:creationId xmlns:a16="http://schemas.microsoft.com/office/drawing/2014/main" id="{6BE15F05-1B25-B52C-5A51-FD83B6358E8F}"/>
                  </a:ext>
                </a:extLst>
              </p:cNvPr>
              <p:cNvSpPr/>
              <p:nvPr/>
            </p:nvSpPr>
            <p:spPr>
              <a:xfrm>
                <a:off x="3962309" y="8159386"/>
                <a:ext cx="3040541" cy="12917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901" y="18414"/>
                    </a:moveTo>
                    <a:cubicBezTo>
                      <a:pt x="19908" y="18414"/>
                      <a:pt x="19852" y="18224"/>
                      <a:pt x="20166" y="18224"/>
                    </a:cubicBezTo>
                    <a:cubicBezTo>
                      <a:pt x="20480" y="18224"/>
                      <a:pt x="20504" y="18661"/>
                      <a:pt x="20504" y="18964"/>
                    </a:cubicBezTo>
                    <a:cubicBezTo>
                      <a:pt x="20504" y="20045"/>
                      <a:pt x="19473" y="21391"/>
                      <a:pt x="17652" y="21391"/>
                    </a:cubicBezTo>
                    <a:cubicBezTo>
                      <a:pt x="16581" y="21391"/>
                      <a:pt x="15928" y="20064"/>
                      <a:pt x="15743" y="18585"/>
                    </a:cubicBezTo>
                    <a:cubicBezTo>
                      <a:pt x="14695" y="20159"/>
                      <a:pt x="13100" y="21600"/>
                      <a:pt x="11529" y="21600"/>
                    </a:cubicBezTo>
                    <a:cubicBezTo>
                      <a:pt x="7235" y="21600"/>
                      <a:pt x="6139" y="17219"/>
                      <a:pt x="4802" y="15797"/>
                    </a:cubicBezTo>
                    <a:cubicBezTo>
                      <a:pt x="3771" y="14716"/>
                      <a:pt x="2199" y="16840"/>
                      <a:pt x="0" y="11075"/>
                    </a:cubicBezTo>
                    <a:cubicBezTo>
                      <a:pt x="290" y="11227"/>
                      <a:pt x="693" y="11265"/>
                      <a:pt x="1007" y="11265"/>
                    </a:cubicBezTo>
                    <a:cubicBezTo>
                      <a:pt x="2933" y="11265"/>
                      <a:pt x="3964" y="9046"/>
                      <a:pt x="3956" y="5481"/>
                    </a:cubicBezTo>
                    <a:cubicBezTo>
                      <a:pt x="3956" y="5044"/>
                      <a:pt x="3932" y="4551"/>
                      <a:pt x="3916" y="4096"/>
                    </a:cubicBezTo>
                    <a:cubicBezTo>
                      <a:pt x="4504" y="4646"/>
                      <a:pt x="5849" y="6998"/>
                      <a:pt x="6163" y="11189"/>
                    </a:cubicBezTo>
                    <a:cubicBezTo>
                      <a:pt x="6204" y="11682"/>
                      <a:pt x="7066" y="12118"/>
                      <a:pt x="7606" y="12118"/>
                    </a:cubicBezTo>
                    <a:cubicBezTo>
                      <a:pt x="8363" y="12118"/>
                      <a:pt x="9322" y="11378"/>
                      <a:pt x="9467" y="8458"/>
                    </a:cubicBezTo>
                    <a:cubicBezTo>
                      <a:pt x="11980" y="7965"/>
                      <a:pt x="13680" y="4457"/>
                      <a:pt x="14035" y="0"/>
                    </a:cubicBezTo>
                    <a:cubicBezTo>
                      <a:pt x="14937" y="683"/>
                      <a:pt x="15960" y="2617"/>
                      <a:pt x="16218" y="3603"/>
                    </a:cubicBezTo>
                    <a:cubicBezTo>
                      <a:pt x="16573" y="3300"/>
                      <a:pt x="16992" y="3167"/>
                      <a:pt x="17475" y="3148"/>
                    </a:cubicBezTo>
                    <a:cubicBezTo>
                      <a:pt x="18144" y="3148"/>
                      <a:pt x="18901" y="3432"/>
                      <a:pt x="19803" y="4077"/>
                    </a:cubicBezTo>
                    <a:cubicBezTo>
                      <a:pt x="19844" y="3432"/>
                      <a:pt x="19884" y="2636"/>
                      <a:pt x="20303" y="2636"/>
                    </a:cubicBezTo>
                    <a:cubicBezTo>
                      <a:pt x="20931" y="2636"/>
                      <a:pt x="20762" y="4267"/>
                      <a:pt x="20972" y="5196"/>
                    </a:cubicBezTo>
                    <a:cubicBezTo>
                      <a:pt x="21076" y="5689"/>
                      <a:pt x="21600" y="5993"/>
                      <a:pt x="21600" y="6979"/>
                    </a:cubicBezTo>
                    <a:cubicBezTo>
                      <a:pt x="21600" y="7927"/>
                      <a:pt x="21262" y="8268"/>
                      <a:pt x="21052" y="8268"/>
                    </a:cubicBezTo>
                    <a:cubicBezTo>
                      <a:pt x="20972" y="8268"/>
                      <a:pt x="20867" y="8211"/>
                      <a:pt x="20802" y="8173"/>
                    </a:cubicBezTo>
                    <a:cubicBezTo>
                      <a:pt x="20383" y="8515"/>
                      <a:pt x="20367" y="15626"/>
                      <a:pt x="18603" y="15626"/>
                    </a:cubicBezTo>
                    <a:cubicBezTo>
                      <a:pt x="17306" y="15626"/>
                      <a:pt x="16105" y="13123"/>
                      <a:pt x="15582" y="9956"/>
                    </a:cubicBezTo>
                    <a:cubicBezTo>
                      <a:pt x="15437" y="9027"/>
                      <a:pt x="15122" y="8420"/>
                      <a:pt x="14824" y="8420"/>
                    </a:cubicBezTo>
                    <a:cubicBezTo>
                      <a:pt x="14486" y="8420"/>
                      <a:pt x="14301" y="8572"/>
                      <a:pt x="13906" y="9615"/>
                    </a:cubicBezTo>
                    <a:cubicBezTo>
                      <a:pt x="12778" y="12516"/>
                      <a:pt x="10893" y="15038"/>
                      <a:pt x="8564" y="15057"/>
                    </a:cubicBezTo>
                    <a:cubicBezTo>
                      <a:pt x="7847" y="15057"/>
                      <a:pt x="7283" y="14906"/>
                      <a:pt x="7138" y="14906"/>
                    </a:cubicBezTo>
                    <a:cubicBezTo>
                      <a:pt x="7058" y="14906"/>
                      <a:pt x="7058" y="14963"/>
                      <a:pt x="7058" y="15001"/>
                    </a:cubicBezTo>
                    <a:cubicBezTo>
                      <a:pt x="7058" y="15342"/>
                      <a:pt x="7775" y="16688"/>
                      <a:pt x="9322" y="16669"/>
                    </a:cubicBezTo>
                    <a:cubicBezTo>
                      <a:pt x="13012" y="16669"/>
                      <a:pt x="13914" y="11777"/>
                      <a:pt x="14494" y="11777"/>
                    </a:cubicBezTo>
                    <a:cubicBezTo>
                      <a:pt x="14575" y="11777"/>
                      <a:pt x="14832" y="11777"/>
                      <a:pt x="14977" y="12573"/>
                    </a:cubicBezTo>
                    <a:cubicBezTo>
                      <a:pt x="15839" y="17295"/>
                      <a:pt x="17717" y="18395"/>
                      <a:pt x="18893" y="18376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4" name="Shape">
                <a:extLst>
                  <a:ext uri="{FF2B5EF4-FFF2-40B4-BE49-F238E27FC236}">
                    <a16:creationId xmlns:a16="http://schemas.microsoft.com/office/drawing/2014/main" id="{8E3D2157-868D-542B-FB8E-9E5FC3191F78}"/>
                  </a:ext>
                </a:extLst>
              </p:cNvPr>
              <p:cNvSpPr/>
              <p:nvPr/>
            </p:nvSpPr>
            <p:spPr>
              <a:xfrm>
                <a:off x="6393834" y="8552921"/>
                <a:ext cx="235895" cy="2358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719"/>
                      <a:pt x="4881" y="21600"/>
                      <a:pt x="10800" y="21600"/>
                    </a:cubicBezTo>
                    <a:cubicBezTo>
                      <a:pt x="16719" y="21600"/>
                      <a:pt x="21600" y="16719"/>
                      <a:pt x="21600" y="10800"/>
                    </a:cubicBezTo>
                    <a:cubicBezTo>
                      <a:pt x="21600" y="4881"/>
                      <a:pt x="16719" y="0"/>
                      <a:pt x="10800" y="0"/>
                    </a:cubicBezTo>
                    <a:cubicBezTo>
                      <a:pt x="4881" y="0"/>
                      <a:pt x="0" y="4881"/>
                      <a:pt x="0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5" name="Shape">
                <a:extLst>
                  <a:ext uri="{FF2B5EF4-FFF2-40B4-BE49-F238E27FC236}">
                    <a16:creationId xmlns:a16="http://schemas.microsoft.com/office/drawing/2014/main" id="{1E48D397-F1E6-BC87-7A11-96106320FA8B}"/>
                  </a:ext>
                </a:extLst>
              </p:cNvPr>
              <p:cNvSpPr/>
              <p:nvPr/>
            </p:nvSpPr>
            <p:spPr>
              <a:xfrm>
                <a:off x="7688984" y="7071778"/>
                <a:ext cx="1455060" cy="14017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455" y="1905"/>
                    </a:moveTo>
                    <a:cubicBezTo>
                      <a:pt x="14849" y="1905"/>
                      <a:pt x="14192" y="2412"/>
                      <a:pt x="14192" y="3635"/>
                    </a:cubicBezTo>
                    <a:cubicBezTo>
                      <a:pt x="14192" y="4998"/>
                      <a:pt x="15202" y="5854"/>
                      <a:pt x="15775" y="6134"/>
                    </a:cubicBezTo>
                    <a:cubicBezTo>
                      <a:pt x="16078" y="6309"/>
                      <a:pt x="16566" y="6501"/>
                      <a:pt x="17038" y="6501"/>
                    </a:cubicBezTo>
                    <a:cubicBezTo>
                      <a:pt x="18317" y="6501"/>
                      <a:pt x="19310" y="6134"/>
                      <a:pt x="19310" y="5033"/>
                    </a:cubicBezTo>
                    <a:cubicBezTo>
                      <a:pt x="19310" y="3635"/>
                      <a:pt x="17341" y="1905"/>
                      <a:pt x="15455" y="1905"/>
                    </a:cubicBezTo>
                    <a:moveTo>
                      <a:pt x="10724" y="4736"/>
                    </a:moveTo>
                    <a:cubicBezTo>
                      <a:pt x="9798" y="4736"/>
                      <a:pt x="4714" y="11796"/>
                      <a:pt x="1448" y="11796"/>
                    </a:cubicBezTo>
                    <a:cubicBezTo>
                      <a:pt x="657" y="11796"/>
                      <a:pt x="0" y="10258"/>
                      <a:pt x="0" y="9070"/>
                    </a:cubicBezTo>
                    <a:cubicBezTo>
                      <a:pt x="0" y="8441"/>
                      <a:pt x="387" y="7969"/>
                      <a:pt x="1801" y="7654"/>
                    </a:cubicBezTo>
                    <a:cubicBezTo>
                      <a:pt x="9327" y="5872"/>
                      <a:pt x="7660" y="0"/>
                      <a:pt x="14091" y="0"/>
                    </a:cubicBezTo>
                    <a:cubicBezTo>
                      <a:pt x="17644" y="0"/>
                      <a:pt x="21583" y="2499"/>
                      <a:pt x="21600" y="8126"/>
                    </a:cubicBezTo>
                    <a:cubicBezTo>
                      <a:pt x="21600" y="14138"/>
                      <a:pt x="13384" y="21600"/>
                      <a:pt x="12155" y="21600"/>
                    </a:cubicBezTo>
                    <a:cubicBezTo>
                      <a:pt x="11145" y="21600"/>
                      <a:pt x="10051" y="20097"/>
                      <a:pt x="10051" y="19101"/>
                    </a:cubicBezTo>
                    <a:cubicBezTo>
                      <a:pt x="10051" y="18786"/>
                      <a:pt x="10186" y="18367"/>
                      <a:pt x="11061" y="18017"/>
                    </a:cubicBezTo>
                    <a:cubicBezTo>
                      <a:pt x="15253" y="16287"/>
                      <a:pt x="17660" y="12285"/>
                      <a:pt x="17660" y="10241"/>
                    </a:cubicBezTo>
                    <a:cubicBezTo>
                      <a:pt x="17660" y="9786"/>
                      <a:pt x="17442" y="9332"/>
                      <a:pt x="16869" y="9332"/>
                    </a:cubicBezTo>
                    <a:cubicBezTo>
                      <a:pt x="16128" y="9332"/>
                      <a:pt x="12947" y="16882"/>
                      <a:pt x="9394" y="16882"/>
                    </a:cubicBezTo>
                    <a:cubicBezTo>
                      <a:pt x="6936" y="16882"/>
                      <a:pt x="4445" y="14575"/>
                      <a:pt x="4445" y="13474"/>
                    </a:cubicBezTo>
                    <a:cubicBezTo>
                      <a:pt x="4445" y="11656"/>
                      <a:pt x="11549" y="8283"/>
                      <a:pt x="11532" y="5732"/>
                    </a:cubicBezTo>
                    <a:cubicBezTo>
                      <a:pt x="11532" y="4771"/>
                      <a:pt x="11095" y="4736"/>
                      <a:pt x="10741" y="4736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6" name="Line">
                <a:extLst>
                  <a:ext uri="{FF2B5EF4-FFF2-40B4-BE49-F238E27FC236}">
                    <a16:creationId xmlns:a16="http://schemas.microsoft.com/office/drawing/2014/main" id="{FBEC5CCA-E116-1621-E787-15528C77F2FF}"/>
                  </a:ext>
                </a:extLst>
              </p:cNvPr>
              <p:cNvSpPr/>
              <p:nvPr/>
            </p:nvSpPr>
            <p:spPr>
              <a:xfrm>
                <a:off x="2150007" y="3120550"/>
                <a:ext cx="418486" cy="460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8567"/>
                    </a:moveTo>
                    <a:cubicBezTo>
                      <a:pt x="21600" y="18567"/>
                      <a:pt x="17210" y="21600"/>
                      <a:pt x="11707" y="21600"/>
                    </a:cubicBezTo>
                    <a:cubicBezTo>
                      <a:pt x="5151" y="21600"/>
                      <a:pt x="0" y="17184"/>
                      <a:pt x="0" y="10960"/>
                    </a:cubicBezTo>
                    <a:cubicBezTo>
                      <a:pt x="0" y="6650"/>
                      <a:pt x="2400" y="2234"/>
                      <a:pt x="8078" y="0"/>
                    </a:cubicBezTo>
                    <a:cubicBezTo>
                      <a:pt x="7902" y="851"/>
                      <a:pt x="7902" y="1543"/>
                      <a:pt x="7902" y="2341"/>
                    </a:cubicBezTo>
                    <a:cubicBezTo>
                      <a:pt x="7902" y="10215"/>
                      <a:pt x="12761" y="16173"/>
                      <a:pt x="21600" y="18514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7" name="Shape">
                <a:extLst>
                  <a:ext uri="{FF2B5EF4-FFF2-40B4-BE49-F238E27FC236}">
                    <a16:creationId xmlns:a16="http://schemas.microsoft.com/office/drawing/2014/main" id="{76963F4F-8B23-0159-0091-2BA18B93E66C}"/>
                  </a:ext>
                </a:extLst>
              </p:cNvPr>
              <p:cNvSpPr/>
              <p:nvPr/>
            </p:nvSpPr>
            <p:spPr>
              <a:xfrm>
                <a:off x="3067499" y="4082273"/>
                <a:ext cx="460449" cy="6305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225" y="0"/>
                    </a:moveTo>
                    <a:cubicBezTo>
                      <a:pt x="3192" y="2642"/>
                      <a:pt x="0" y="7071"/>
                      <a:pt x="0" y="11616"/>
                    </a:cubicBezTo>
                    <a:cubicBezTo>
                      <a:pt x="0" y="17055"/>
                      <a:pt x="4575" y="21600"/>
                      <a:pt x="11651" y="21600"/>
                    </a:cubicBezTo>
                    <a:cubicBezTo>
                      <a:pt x="18408" y="21600"/>
                      <a:pt x="21600" y="17365"/>
                      <a:pt x="21600" y="13014"/>
                    </a:cubicBezTo>
                    <a:cubicBezTo>
                      <a:pt x="21600" y="6255"/>
                      <a:pt x="13141" y="1476"/>
                      <a:pt x="6225" y="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8" name="Line">
                <a:extLst>
                  <a:ext uri="{FF2B5EF4-FFF2-40B4-BE49-F238E27FC236}">
                    <a16:creationId xmlns:a16="http://schemas.microsoft.com/office/drawing/2014/main" id="{A49AB5F2-8C0B-AA91-40CD-9F401EB325C5}"/>
                  </a:ext>
                </a:extLst>
              </p:cNvPr>
              <p:cNvSpPr/>
              <p:nvPr/>
            </p:nvSpPr>
            <p:spPr>
              <a:xfrm>
                <a:off x="2211249" y="3601412"/>
                <a:ext cx="912957" cy="7315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" y="17682"/>
                    </a:moveTo>
                    <a:cubicBezTo>
                      <a:pt x="80" y="17950"/>
                      <a:pt x="0" y="18285"/>
                      <a:pt x="0" y="18653"/>
                    </a:cubicBezTo>
                    <a:cubicBezTo>
                      <a:pt x="0" y="19423"/>
                      <a:pt x="698" y="20294"/>
                      <a:pt x="1315" y="20294"/>
                    </a:cubicBezTo>
                    <a:cubicBezTo>
                      <a:pt x="1878" y="20294"/>
                      <a:pt x="2227" y="20127"/>
                      <a:pt x="2495" y="20127"/>
                    </a:cubicBezTo>
                    <a:cubicBezTo>
                      <a:pt x="4159" y="20127"/>
                      <a:pt x="6064" y="21600"/>
                      <a:pt x="8774" y="21600"/>
                    </a:cubicBezTo>
                    <a:cubicBezTo>
                      <a:pt x="10384" y="21600"/>
                      <a:pt x="12262" y="20997"/>
                      <a:pt x="14624" y="19490"/>
                    </a:cubicBezTo>
                    <a:cubicBezTo>
                      <a:pt x="19641" y="16342"/>
                      <a:pt x="21600" y="8607"/>
                      <a:pt x="21600" y="7267"/>
                    </a:cubicBezTo>
                    <a:cubicBezTo>
                      <a:pt x="21600" y="5626"/>
                      <a:pt x="20527" y="5827"/>
                      <a:pt x="19641" y="4287"/>
                    </a:cubicBezTo>
                    <a:cubicBezTo>
                      <a:pt x="18756" y="2780"/>
                      <a:pt x="19078" y="1440"/>
                      <a:pt x="18514" y="703"/>
                    </a:cubicBezTo>
                    <a:cubicBezTo>
                      <a:pt x="18192" y="301"/>
                      <a:pt x="17200" y="268"/>
                      <a:pt x="15938" y="100"/>
                    </a:cubicBezTo>
                    <a:cubicBezTo>
                      <a:pt x="15509" y="33"/>
                      <a:pt x="14972" y="0"/>
                      <a:pt x="14409" y="0"/>
                    </a:cubicBezTo>
                    <a:cubicBezTo>
                      <a:pt x="12101" y="0"/>
                      <a:pt x="9364" y="368"/>
                      <a:pt x="6306" y="2813"/>
                    </a:cubicBezTo>
                    <a:cubicBezTo>
                      <a:pt x="241" y="7635"/>
                      <a:pt x="1154" y="15639"/>
                      <a:pt x="188" y="17648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09" name="Line">
                <a:extLst>
                  <a:ext uri="{FF2B5EF4-FFF2-40B4-BE49-F238E27FC236}">
                    <a16:creationId xmlns:a16="http://schemas.microsoft.com/office/drawing/2014/main" id="{6C2D2816-9DFA-5643-0DA7-ECDD66F61EA6}"/>
                  </a:ext>
                </a:extLst>
              </p:cNvPr>
              <p:cNvSpPr/>
              <p:nvPr/>
            </p:nvSpPr>
            <p:spPr>
              <a:xfrm>
                <a:off x="2734072" y="3703481"/>
                <a:ext cx="256309" cy="3073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101" y="9166"/>
                    </a:moveTo>
                    <a:cubicBezTo>
                      <a:pt x="16821" y="11079"/>
                      <a:pt x="21600" y="13550"/>
                      <a:pt x="21600" y="14985"/>
                    </a:cubicBezTo>
                    <a:cubicBezTo>
                      <a:pt x="21600" y="17854"/>
                      <a:pt x="19593" y="21600"/>
                      <a:pt x="15674" y="21600"/>
                    </a:cubicBezTo>
                    <a:cubicBezTo>
                      <a:pt x="6977" y="21600"/>
                      <a:pt x="0" y="10601"/>
                      <a:pt x="0" y="4384"/>
                    </a:cubicBezTo>
                    <a:cubicBezTo>
                      <a:pt x="0" y="478"/>
                      <a:pt x="2772" y="0"/>
                      <a:pt x="6499" y="0"/>
                    </a:cubicBezTo>
                    <a:cubicBezTo>
                      <a:pt x="8219" y="0"/>
                      <a:pt x="8984" y="239"/>
                      <a:pt x="10227" y="797"/>
                    </a:cubicBezTo>
                    <a:cubicBezTo>
                      <a:pt x="12425" y="1833"/>
                      <a:pt x="12425" y="5978"/>
                      <a:pt x="15196" y="9086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0" name="Line">
                <a:extLst>
                  <a:ext uri="{FF2B5EF4-FFF2-40B4-BE49-F238E27FC236}">
                    <a16:creationId xmlns:a16="http://schemas.microsoft.com/office/drawing/2014/main" id="{ECCBFC9F-1FAB-D7E5-62F9-E31E4C711B60}"/>
                  </a:ext>
                </a:extLst>
              </p:cNvPr>
              <p:cNvSpPr/>
              <p:nvPr/>
            </p:nvSpPr>
            <p:spPr>
              <a:xfrm>
                <a:off x="2438070" y="3831635"/>
                <a:ext cx="311881" cy="3629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138" y="21600"/>
                    </a:moveTo>
                    <a:cubicBezTo>
                      <a:pt x="7383" y="21600"/>
                      <a:pt x="0" y="14445"/>
                      <a:pt x="0" y="7897"/>
                    </a:cubicBezTo>
                    <a:cubicBezTo>
                      <a:pt x="0" y="4387"/>
                      <a:pt x="3063" y="0"/>
                      <a:pt x="5263" y="0"/>
                    </a:cubicBezTo>
                    <a:cubicBezTo>
                      <a:pt x="6048" y="0"/>
                      <a:pt x="6519" y="540"/>
                      <a:pt x="6676" y="1755"/>
                    </a:cubicBezTo>
                    <a:cubicBezTo>
                      <a:pt x="7933" y="10327"/>
                      <a:pt x="14452" y="15255"/>
                      <a:pt x="20579" y="17752"/>
                    </a:cubicBezTo>
                    <a:cubicBezTo>
                      <a:pt x="21207" y="18090"/>
                      <a:pt x="21600" y="18292"/>
                      <a:pt x="21600" y="18630"/>
                    </a:cubicBezTo>
                    <a:cubicBezTo>
                      <a:pt x="21600" y="19845"/>
                      <a:pt x="17751" y="21600"/>
                      <a:pt x="14060" y="216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1" name="Line">
                <a:extLst>
                  <a:ext uri="{FF2B5EF4-FFF2-40B4-BE49-F238E27FC236}">
                    <a16:creationId xmlns:a16="http://schemas.microsoft.com/office/drawing/2014/main" id="{586F5EFB-107F-DC96-E231-C7DEB880ADBF}"/>
                  </a:ext>
                </a:extLst>
              </p:cNvPr>
              <p:cNvSpPr/>
              <p:nvPr/>
            </p:nvSpPr>
            <p:spPr>
              <a:xfrm>
                <a:off x="2455082" y="2922082"/>
                <a:ext cx="463850" cy="5284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385" y="21600"/>
                    </a:moveTo>
                    <a:cubicBezTo>
                      <a:pt x="21072" y="19653"/>
                      <a:pt x="21600" y="17243"/>
                      <a:pt x="21600" y="14601"/>
                    </a:cubicBezTo>
                    <a:cubicBezTo>
                      <a:pt x="21600" y="8807"/>
                      <a:pt x="18537" y="0"/>
                      <a:pt x="9189" y="0"/>
                    </a:cubicBezTo>
                    <a:cubicBezTo>
                      <a:pt x="3855" y="0"/>
                      <a:pt x="0" y="3755"/>
                      <a:pt x="0" y="8204"/>
                    </a:cubicBezTo>
                    <a:cubicBezTo>
                      <a:pt x="0" y="17753"/>
                      <a:pt x="10879" y="21600"/>
                      <a:pt x="20333" y="21554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2" name="Line">
                <a:extLst>
                  <a:ext uri="{FF2B5EF4-FFF2-40B4-BE49-F238E27FC236}">
                    <a16:creationId xmlns:a16="http://schemas.microsoft.com/office/drawing/2014/main" id="{622B8C98-AD78-6893-E4A0-D76832DD241D}"/>
                  </a:ext>
                </a:extLst>
              </p:cNvPr>
              <p:cNvSpPr/>
              <p:nvPr/>
            </p:nvSpPr>
            <p:spPr>
              <a:xfrm>
                <a:off x="2129593" y="4630046"/>
                <a:ext cx="561384" cy="3311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74"/>
                    </a:moveTo>
                    <a:cubicBezTo>
                      <a:pt x="0" y="14721"/>
                      <a:pt x="2618" y="21600"/>
                      <a:pt x="7287" y="21600"/>
                    </a:cubicBezTo>
                    <a:cubicBezTo>
                      <a:pt x="10909" y="21600"/>
                      <a:pt x="15796" y="17162"/>
                      <a:pt x="21600" y="8655"/>
                    </a:cubicBezTo>
                    <a:cubicBezTo>
                      <a:pt x="17193" y="10430"/>
                      <a:pt x="13745" y="11540"/>
                      <a:pt x="10691" y="11540"/>
                    </a:cubicBezTo>
                    <a:cubicBezTo>
                      <a:pt x="6589" y="11540"/>
                      <a:pt x="3447" y="8877"/>
                      <a:pt x="0" y="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3" name="Line">
                <a:extLst>
                  <a:ext uri="{FF2B5EF4-FFF2-40B4-BE49-F238E27FC236}">
                    <a16:creationId xmlns:a16="http://schemas.microsoft.com/office/drawing/2014/main" id="{15F1F50B-2E27-9BCB-6A16-BB2C1F04F1BC}"/>
                  </a:ext>
                </a:extLst>
              </p:cNvPr>
              <p:cNvSpPr/>
              <p:nvPr/>
            </p:nvSpPr>
            <p:spPr>
              <a:xfrm>
                <a:off x="2229395" y="4369202"/>
                <a:ext cx="407145" cy="2597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1" y="0"/>
                    </a:moveTo>
                    <a:cubicBezTo>
                      <a:pt x="0" y="1226"/>
                      <a:pt x="0" y="2452"/>
                      <a:pt x="0" y="3679"/>
                    </a:cubicBezTo>
                    <a:cubicBezTo>
                      <a:pt x="0" y="15186"/>
                      <a:pt x="3911" y="21600"/>
                      <a:pt x="9085" y="21600"/>
                    </a:cubicBezTo>
                    <a:cubicBezTo>
                      <a:pt x="12996" y="21600"/>
                      <a:pt x="17509" y="17921"/>
                      <a:pt x="21600" y="9810"/>
                    </a:cubicBezTo>
                    <a:cubicBezTo>
                      <a:pt x="19855" y="10281"/>
                      <a:pt x="17870" y="10564"/>
                      <a:pt x="15944" y="10564"/>
                    </a:cubicBezTo>
                    <a:cubicBezTo>
                      <a:pt x="10168" y="10564"/>
                      <a:pt x="3911" y="8112"/>
                      <a:pt x="120" y="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4" name="Line">
                <a:extLst>
                  <a:ext uri="{FF2B5EF4-FFF2-40B4-BE49-F238E27FC236}">
                    <a16:creationId xmlns:a16="http://schemas.microsoft.com/office/drawing/2014/main" id="{16BFD329-2C1B-DA2D-17BF-E672F2F12EF0}"/>
                  </a:ext>
                </a:extLst>
              </p:cNvPr>
              <p:cNvSpPr/>
              <p:nvPr/>
            </p:nvSpPr>
            <p:spPr>
              <a:xfrm>
                <a:off x="2745413" y="4327240"/>
                <a:ext cx="300539" cy="4218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079" y="0"/>
                    </a:moveTo>
                    <a:cubicBezTo>
                      <a:pt x="10189" y="929"/>
                      <a:pt x="0" y="5168"/>
                      <a:pt x="0" y="12716"/>
                    </a:cubicBezTo>
                    <a:cubicBezTo>
                      <a:pt x="0" y="18174"/>
                      <a:pt x="5950" y="21600"/>
                      <a:pt x="13368" y="21600"/>
                    </a:cubicBezTo>
                    <a:cubicBezTo>
                      <a:pt x="17198" y="21600"/>
                      <a:pt x="19970" y="20961"/>
                      <a:pt x="21600" y="20090"/>
                    </a:cubicBezTo>
                    <a:cubicBezTo>
                      <a:pt x="15650" y="16026"/>
                      <a:pt x="13531" y="11497"/>
                      <a:pt x="13531" y="6968"/>
                    </a:cubicBezTo>
                    <a:cubicBezTo>
                      <a:pt x="13531" y="3774"/>
                      <a:pt x="14183" y="1858"/>
                      <a:pt x="14998" y="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5" name="Shape">
                <a:extLst>
                  <a:ext uri="{FF2B5EF4-FFF2-40B4-BE49-F238E27FC236}">
                    <a16:creationId xmlns:a16="http://schemas.microsoft.com/office/drawing/2014/main" id="{9CD25F54-4284-AB2B-9C4B-8EA4E02A8455}"/>
                  </a:ext>
                </a:extLst>
              </p:cNvPr>
              <p:cNvSpPr/>
              <p:nvPr/>
            </p:nvSpPr>
            <p:spPr>
              <a:xfrm>
                <a:off x="3060695" y="3400675"/>
                <a:ext cx="235895" cy="2358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719"/>
                      <a:pt x="4881" y="21600"/>
                      <a:pt x="10800" y="21600"/>
                    </a:cubicBezTo>
                    <a:cubicBezTo>
                      <a:pt x="16719" y="21600"/>
                      <a:pt x="21600" y="16719"/>
                      <a:pt x="21600" y="10800"/>
                    </a:cubicBezTo>
                    <a:cubicBezTo>
                      <a:pt x="21600" y="4881"/>
                      <a:pt x="16719" y="0"/>
                      <a:pt x="10800" y="0"/>
                    </a:cubicBezTo>
                    <a:cubicBezTo>
                      <a:pt x="4881" y="0"/>
                      <a:pt x="0" y="4881"/>
                      <a:pt x="0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6" name="Shape">
                <a:extLst>
                  <a:ext uri="{FF2B5EF4-FFF2-40B4-BE49-F238E27FC236}">
                    <a16:creationId xmlns:a16="http://schemas.microsoft.com/office/drawing/2014/main" id="{A725EE31-6600-9597-3ED6-07C955845C54}"/>
                  </a:ext>
                </a:extLst>
              </p:cNvPr>
              <p:cNvSpPr/>
              <p:nvPr/>
            </p:nvSpPr>
            <p:spPr>
              <a:xfrm>
                <a:off x="3214933" y="3666056"/>
                <a:ext cx="235895" cy="2358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719"/>
                      <a:pt x="4881" y="21600"/>
                      <a:pt x="10800" y="21600"/>
                    </a:cubicBezTo>
                    <a:cubicBezTo>
                      <a:pt x="16719" y="21600"/>
                      <a:pt x="21600" y="16719"/>
                      <a:pt x="21600" y="10800"/>
                    </a:cubicBezTo>
                    <a:cubicBezTo>
                      <a:pt x="21600" y="4881"/>
                      <a:pt x="16719" y="0"/>
                      <a:pt x="10800" y="0"/>
                    </a:cubicBezTo>
                    <a:cubicBezTo>
                      <a:pt x="4881" y="0"/>
                      <a:pt x="0" y="4881"/>
                      <a:pt x="0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7" name="Line">
                <a:extLst>
                  <a:ext uri="{FF2B5EF4-FFF2-40B4-BE49-F238E27FC236}">
                    <a16:creationId xmlns:a16="http://schemas.microsoft.com/office/drawing/2014/main" id="{50F08491-9630-1B06-223C-126F0344B4CC}"/>
                  </a:ext>
                </a:extLst>
              </p:cNvPr>
              <p:cNvSpPr/>
              <p:nvPr/>
            </p:nvSpPr>
            <p:spPr>
              <a:xfrm>
                <a:off x="7819406" y="5119980"/>
                <a:ext cx="226823" cy="2245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473"/>
                    </a:moveTo>
                    <a:cubicBezTo>
                      <a:pt x="0" y="4800"/>
                      <a:pt x="5076" y="0"/>
                      <a:pt x="10584" y="0"/>
                    </a:cubicBezTo>
                    <a:cubicBezTo>
                      <a:pt x="16740" y="0"/>
                      <a:pt x="21600" y="4800"/>
                      <a:pt x="21600" y="10473"/>
                    </a:cubicBezTo>
                    <a:cubicBezTo>
                      <a:pt x="21600" y="17018"/>
                      <a:pt x="16848" y="21600"/>
                      <a:pt x="10584" y="21600"/>
                    </a:cubicBezTo>
                    <a:cubicBezTo>
                      <a:pt x="5076" y="21600"/>
                      <a:pt x="0" y="17018"/>
                      <a:pt x="0" y="10582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8" name="Shape">
                <a:extLst>
                  <a:ext uri="{FF2B5EF4-FFF2-40B4-BE49-F238E27FC236}">
                    <a16:creationId xmlns:a16="http://schemas.microsoft.com/office/drawing/2014/main" id="{3D0A476A-0497-0A79-786A-1216D732DCBC}"/>
                  </a:ext>
                </a:extLst>
              </p:cNvPr>
              <p:cNvSpPr/>
              <p:nvPr/>
            </p:nvSpPr>
            <p:spPr>
              <a:xfrm>
                <a:off x="6782833" y="4202488"/>
                <a:ext cx="235895" cy="2358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719"/>
                      <a:pt x="4881" y="21600"/>
                      <a:pt x="10800" y="21600"/>
                    </a:cubicBezTo>
                    <a:cubicBezTo>
                      <a:pt x="16719" y="21600"/>
                      <a:pt x="21600" y="16719"/>
                      <a:pt x="21600" y="10800"/>
                    </a:cubicBezTo>
                    <a:cubicBezTo>
                      <a:pt x="21600" y="4881"/>
                      <a:pt x="16719" y="0"/>
                      <a:pt x="10800" y="0"/>
                    </a:cubicBezTo>
                    <a:cubicBezTo>
                      <a:pt x="4881" y="0"/>
                      <a:pt x="0" y="4881"/>
                      <a:pt x="0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19" name="Shape">
                <a:extLst>
                  <a:ext uri="{FF2B5EF4-FFF2-40B4-BE49-F238E27FC236}">
                    <a16:creationId xmlns:a16="http://schemas.microsoft.com/office/drawing/2014/main" id="{719EB111-F832-F935-CB04-78F1B3BBC2E7}"/>
                  </a:ext>
                </a:extLst>
              </p:cNvPr>
              <p:cNvSpPr/>
              <p:nvPr/>
            </p:nvSpPr>
            <p:spPr>
              <a:xfrm>
                <a:off x="6683032" y="4568805"/>
                <a:ext cx="335696" cy="3356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711"/>
                      <a:pt x="4962" y="21600"/>
                      <a:pt x="10800" y="21600"/>
                    </a:cubicBezTo>
                    <a:cubicBezTo>
                      <a:pt x="16711" y="21600"/>
                      <a:pt x="21600" y="16638"/>
                      <a:pt x="21600" y="10800"/>
                    </a:cubicBezTo>
                    <a:cubicBezTo>
                      <a:pt x="21600" y="4889"/>
                      <a:pt x="16638" y="0"/>
                      <a:pt x="10800" y="0"/>
                    </a:cubicBezTo>
                    <a:cubicBezTo>
                      <a:pt x="4889" y="0"/>
                      <a:pt x="0" y="4962"/>
                      <a:pt x="0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0" name="Line">
                <a:extLst>
                  <a:ext uri="{FF2B5EF4-FFF2-40B4-BE49-F238E27FC236}">
                    <a16:creationId xmlns:a16="http://schemas.microsoft.com/office/drawing/2014/main" id="{058F4D41-1020-9FFD-53BC-E0B69E865668}"/>
                  </a:ext>
                </a:extLst>
              </p:cNvPr>
              <p:cNvSpPr/>
              <p:nvPr/>
            </p:nvSpPr>
            <p:spPr>
              <a:xfrm>
                <a:off x="7055019" y="4368056"/>
                <a:ext cx="359512" cy="3595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33" extrusionOk="0">
                    <a:moveTo>
                      <a:pt x="0" y="10733"/>
                    </a:moveTo>
                    <a:cubicBezTo>
                      <a:pt x="0" y="16778"/>
                      <a:pt x="4770" y="21533"/>
                      <a:pt x="10766" y="21533"/>
                    </a:cubicBezTo>
                    <a:cubicBezTo>
                      <a:pt x="16830" y="21533"/>
                      <a:pt x="21600" y="16778"/>
                      <a:pt x="21600" y="10733"/>
                    </a:cubicBezTo>
                    <a:cubicBezTo>
                      <a:pt x="21600" y="4756"/>
                      <a:pt x="16762" y="-67"/>
                      <a:pt x="10766" y="1"/>
                    </a:cubicBezTo>
                    <a:cubicBezTo>
                      <a:pt x="4770" y="1"/>
                      <a:pt x="0" y="4756"/>
                      <a:pt x="0" y="10801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1" name="Shape">
                <a:extLst>
                  <a:ext uri="{FF2B5EF4-FFF2-40B4-BE49-F238E27FC236}">
                    <a16:creationId xmlns:a16="http://schemas.microsoft.com/office/drawing/2014/main" id="{7F91556B-E6CE-8C08-976D-ADB15EBF89F1}"/>
                  </a:ext>
                </a:extLst>
              </p:cNvPr>
              <p:cNvSpPr/>
              <p:nvPr/>
            </p:nvSpPr>
            <p:spPr>
              <a:xfrm>
                <a:off x="7068628" y="4051652"/>
                <a:ext cx="223420" cy="2245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800"/>
                      <a:pt x="4824" y="21600"/>
                      <a:pt x="10745" y="21600"/>
                    </a:cubicBezTo>
                    <a:cubicBezTo>
                      <a:pt x="16776" y="21600"/>
                      <a:pt x="21600" y="16800"/>
                      <a:pt x="21600" y="10800"/>
                    </a:cubicBezTo>
                    <a:cubicBezTo>
                      <a:pt x="21600" y="4800"/>
                      <a:pt x="16776" y="0"/>
                      <a:pt x="10745" y="0"/>
                    </a:cubicBezTo>
                    <a:cubicBezTo>
                      <a:pt x="4824" y="0"/>
                      <a:pt x="0" y="4800"/>
                      <a:pt x="0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2" name="Shape">
                <a:extLst>
                  <a:ext uri="{FF2B5EF4-FFF2-40B4-BE49-F238E27FC236}">
                    <a16:creationId xmlns:a16="http://schemas.microsoft.com/office/drawing/2014/main" id="{7EA9C470-11E1-E518-3BE1-937DE2311723}"/>
                  </a:ext>
                </a:extLst>
              </p:cNvPr>
              <p:cNvSpPr/>
              <p:nvPr/>
            </p:nvSpPr>
            <p:spPr>
              <a:xfrm>
                <a:off x="7602792" y="3768125"/>
                <a:ext cx="224554" cy="2245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800"/>
                      <a:pt x="4800" y="21600"/>
                      <a:pt x="10800" y="21600"/>
                    </a:cubicBezTo>
                    <a:cubicBezTo>
                      <a:pt x="16800" y="21600"/>
                      <a:pt x="21600" y="16800"/>
                      <a:pt x="21600" y="10800"/>
                    </a:cubicBezTo>
                    <a:cubicBezTo>
                      <a:pt x="21600" y="4800"/>
                      <a:pt x="16800" y="0"/>
                      <a:pt x="10800" y="0"/>
                    </a:cubicBezTo>
                    <a:cubicBezTo>
                      <a:pt x="4800" y="0"/>
                      <a:pt x="0" y="4800"/>
                      <a:pt x="0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3" name="Shape">
                <a:extLst>
                  <a:ext uri="{FF2B5EF4-FFF2-40B4-BE49-F238E27FC236}">
                    <a16:creationId xmlns:a16="http://schemas.microsoft.com/office/drawing/2014/main" id="{E3B5DFB9-128B-9743-9F16-26C9F1BF67F1}"/>
                  </a:ext>
                </a:extLst>
              </p:cNvPr>
              <p:cNvSpPr/>
              <p:nvPr/>
            </p:nvSpPr>
            <p:spPr>
              <a:xfrm>
                <a:off x="7381630" y="4053920"/>
                <a:ext cx="377681" cy="3776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72" h="21600" extrusionOk="0">
                    <a:moveTo>
                      <a:pt x="0" y="10832"/>
                    </a:moveTo>
                    <a:cubicBezTo>
                      <a:pt x="0" y="16735"/>
                      <a:pt x="4901" y="21600"/>
                      <a:pt x="10768" y="21600"/>
                    </a:cubicBezTo>
                    <a:cubicBezTo>
                      <a:pt x="16636" y="21600"/>
                      <a:pt x="21536" y="16670"/>
                      <a:pt x="21472" y="10768"/>
                    </a:cubicBezTo>
                    <a:cubicBezTo>
                      <a:pt x="21472" y="4865"/>
                      <a:pt x="16571" y="0"/>
                      <a:pt x="10704" y="0"/>
                    </a:cubicBezTo>
                    <a:cubicBezTo>
                      <a:pt x="4836" y="0"/>
                      <a:pt x="-64" y="4930"/>
                      <a:pt x="0" y="10832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4" name="Line">
                <a:extLst>
                  <a:ext uri="{FF2B5EF4-FFF2-40B4-BE49-F238E27FC236}">
                    <a16:creationId xmlns:a16="http://schemas.microsoft.com/office/drawing/2014/main" id="{20C7BDBC-5B40-3846-1FDF-3D144B6E5B79}"/>
                  </a:ext>
                </a:extLst>
              </p:cNvPr>
              <p:cNvSpPr/>
              <p:nvPr/>
            </p:nvSpPr>
            <p:spPr>
              <a:xfrm>
                <a:off x="7078835" y="4816040"/>
                <a:ext cx="235895" cy="2358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719"/>
                      <a:pt x="4881" y="21600"/>
                      <a:pt x="10800" y="21600"/>
                    </a:cubicBezTo>
                    <a:cubicBezTo>
                      <a:pt x="16719" y="21600"/>
                      <a:pt x="21600" y="16719"/>
                      <a:pt x="21600" y="10800"/>
                    </a:cubicBezTo>
                    <a:cubicBezTo>
                      <a:pt x="21600" y="4881"/>
                      <a:pt x="16719" y="0"/>
                      <a:pt x="10800" y="0"/>
                    </a:cubicBezTo>
                    <a:cubicBezTo>
                      <a:pt x="4881" y="0"/>
                      <a:pt x="0" y="4881"/>
                      <a:pt x="104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5" name="Shape">
                <a:extLst>
                  <a:ext uri="{FF2B5EF4-FFF2-40B4-BE49-F238E27FC236}">
                    <a16:creationId xmlns:a16="http://schemas.microsoft.com/office/drawing/2014/main" id="{5832DEAE-2975-6265-5C83-D69A70B8B312}"/>
                  </a:ext>
                </a:extLst>
              </p:cNvPr>
              <p:cNvSpPr/>
              <p:nvPr/>
            </p:nvSpPr>
            <p:spPr>
              <a:xfrm>
                <a:off x="7464431" y="4580146"/>
                <a:ext cx="235895" cy="2358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cubicBezTo>
                      <a:pt x="0" y="16719"/>
                      <a:pt x="4881" y="21600"/>
                      <a:pt x="10800" y="21600"/>
                    </a:cubicBezTo>
                    <a:cubicBezTo>
                      <a:pt x="16719" y="21600"/>
                      <a:pt x="21600" y="16719"/>
                      <a:pt x="21600" y="10800"/>
                    </a:cubicBezTo>
                    <a:cubicBezTo>
                      <a:pt x="21600" y="4881"/>
                      <a:pt x="16719" y="0"/>
                      <a:pt x="10800" y="0"/>
                    </a:cubicBezTo>
                    <a:cubicBezTo>
                      <a:pt x="4881" y="0"/>
                      <a:pt x="0" y="4881"/>
                      <a:pt x="0" y="1080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6" name="Line">
                <a:extLst>
                  <a:ext uri="{FF2B5EF4-FFF2-40B4-BE49-F238E27FC236}">
                    <a16:creationId xmlns:a16="http://schemas.microsoft.com/office/drawing/2014/main" id="{43FE24F2-61B9-56A5-ED2C-F2BF7A8D040B}"/>
                  </a:ext>
                </a:extLst>
              </p:cNvPr>
              <p:cNvSpPr/>
              <p:nvPr/>
            </p:nvSpPr>
            <p:spPr>
              <a:xfrm>
                <a:off x="7354423" y="4909037"/>
                <a:ext cx="408289" cy="4071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1" h="21600" extrusionOk="0">
                    <a:moveTo>
                      <a:pt x="60" y="10830"/>
                    </a:moveTo>
                    <a:cubicBezTo>
                      <a:pt x="60" y="16787"/>
                      <a:pt x="4906" y="21600"/>
                      <a:pt x="10830" y="21600"/>
                    </a:cubicBezTo>
                    <a:cubicBezTo>
                      <a:pt x="16753" y="21600"/>
                      <a:pt x="21600" y="16726"/>
                      <a:pt x="21540" y="10770"/>
                    </a:cubicBezTo>
                    <a:cubicBezTo>
                      <a:pt x="21540" y="4813"/>
                      <a:pt x="16694" y="0"/>
                      <a:pt x="10770" y="0"/>
                    </a:cubicBezTo>
                    <a:cubicBezTo>
                      <a:pt x="4847" y="0"/>
                      <a:pt x="0" y="4874"/>
                      <a:pt x="0" y="1083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7" name="Line">
                <a:extLst>
                  <a:ext uri="{FF2B5EF4-FFF2-40B4-BE49-F238E27FC236}">
                    <a16:creationId xmlns:a16="http://schemas.microsoft.com/office/drawing/2014/main" id="{4F53F2B8-6F60-24E5-1C7E-08E9E323600B}"/>
                  </a:ext>
                </a:extLst>
              </p:cNvPr>
              <p:cNvSpPr/>
              <p:nvPr/>
            </p:nvSpPr>
            <p:spPr>
              <a:xfrm>
                <a:off x="7779713" y="4723043"/>
                <a:ext cx="277857" cy="2778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8" y="10844"/>
                    </a:moveTo>
                    <a:cubicBezTo>
                      <a:pt x="88" y="16839"/>
                      <a:pt x="4937" y="21600"/>
                      <a:pt x="10844" y="21600"/>
                    </a:cubicBezTo>
                    <a:cubicBezTo>
                      <a:pt x="16839" y="21600"/>
                      <a:pt x="21600" y="16751"/>
                      <a:pt x="21600" y="10756"/>
                    </a:cubicBezTo>
                    <a:cubicBezTo>
                      <a:pt x="21600" y="4761"/>
                      <a:pt x="16751" y="0"/>
                      <a:pt x="10756" y="0"/>
                    </a:cubicBezTo>
                    <a:cubicBezTo>
                      <a:pt x="4849" y="0"/>
                      <a:pt x="0" y="4849"/>
                      <a:pt x="0" y="10756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8" name="Line">
                <a:extLst>
                  <a:ext uri="{FF2B5EF4-FFF2-40B4-BE49-F238E27FC236}">
                    <a16:creationId xmlns:a16="http://schemas.microsoft.com/office/drawing/2014/main" id="{E6F71FD6-1A6F-517A-8DE6-BF3CDE9CDD37}"/>
                  </a:ext>
                </a:extLst>
              </p:cNvPr>
              <p:cNvSpPr/>
              <p:nvPr/>
            </p:nvSpPr>
            <p:spPr>
              <a:xfrm>
                <a:off x="7770640" y="4365800"/>
                <a:ext cx="248370" cy="2483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9" y="10849"/>
                    </a:moveTo>
                    <a:cubicBezTo>
                      <a:pt x="99" y="16767"/>
                      <a:pt x="5030" y="21600"/>
                      <a:pt x="10849" y="21600"/>
                    </a:cubicBezTo>
                    <a:cubicBezTo>
                      <a:pt x="16767" y="21600"/>
                      <a:pt x="21600" y="16668"/>
                      <a:pt x="21600" y="10751"/>
                    </a:cubicBezTo>
                    <a:cubicBezTo>
                      <a:pt x="21600" y="4833"/>
                      <a:pt x="16668" y="0"/>
                      <a:pt x="10751" y="0"/>
                    </a:cubicBezTo>
                    <a:cubicBezTo>
                      <a:pt x="4932" y="0"/>
                      <a:pt x="0" y="4833"/>
                      <a:pt x="0" y="10751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29" name="Line">
                <a:extLst>
                  <a:ext uri="{FF2B5EF4-FFF2-40B4-BE49-F238E27FC236}">
                    <a16:creationId xmlns:a16="http://schemas.microsoft.com/office/drawing/2014/main" id="{63D61097-A270-C86B-DECE-0D619741F93C}"/>
                  </a:ext>
                </a:extLst>
              </p:cNvPr>
              <p:cNvSpPr/>
              <p:nvPr/>
            </p:nvSpPr>
            <p:spPr>
              <a:xfrm>
                <a:off x="7011922" y="8362391"/>
                <a:ext cx="1227104" cy="850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725" y="0"/>
                    </a:moveTo>
                    <a:cubicBezTo>
                      <a:pt x="17368" y="1498"/>
                      <a:pt x="14214" y="4867"/>
                      <a:pt x="8963" y="4867"/>
                    </a:cubicBezTo>
                    <a:cubicBezTo>
                      <a:pt x="6149" y="4867"/>
                      <a:pt x="4911" y="3600"/>
                      <a:pt x="4492" y="3600"/>
                    </a:cubicBezTo>
                    <a:cubicBezTo>
                      <a:pt x="3973" y="3600"/>
                      <a:pt x="3394" y="4349"/>
                      <a:pt x="2835" y="5328"/>
                    </a:cubicBezTo>
                    <a:cubicBezTo>
                      <a:pt x="1597" y="7430"/>
                      <a:pt x="0" y="11318"/>
                      <a:pt x="0" y="15610"/>
                    </a:cubicBezTo>
                    <a:cubicBezTo>
                      <a:pt x="0" y="18605"/>
                      <a:pt x="1617" y="21600"/>
                      <a:pt x="4611" y="21600"/>
                    </a:cubicBezTo>
                    <a:cubicBezTo>
                      <a:pt x="14333" y="21600"/>
                      <a:pt x="21600" y="12816"/>
                      <a:pt x="21600" y="5702"/>
                    </a:cubicBezTo>
                    <a:cubicBezTo>
                      <a:pt x="21600" y="1670"/>
                      <a:pt x="19943" y="0"/>
                      <a:pt x="18745" y="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0" name="Shape">
                <a:extLst>
                  <a:ext uri="{FF2B5EF4-FFF2-40B4-BE49-F238E27FC236}">
                    <a16:creationId xmlns:a16="http://schemas.microsoft.com/office/drawing/2014/main" id="{3E72E6A5-3623-450A-2079-D25B13EAC06E}"/>
                  </a:ext>
                </a:extLst>
              </p:cNvPr>
              <p:cNvSpPr/>
              <p:nvPr/>
            </p:nvSpPr>
            <p:spPr>
              <a:xfrm>
                <a:off x="7314728" y="8040305"/>
                <a:ext cx="637369" cy="3867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601" y="16152"/>
                    </a:moveTo>
                    <a:cubicBezTo>
                      <a:pt x="21408" y="15012"/>
                      <a:pt x="21600" y="13175"/>
                      <a:pt x="21600" y="11338"/>
                    </a:cubicBezTo>
                    <a:lnTo>
                      <a:pt x="21600" y="7538"/>
                    </a:lnTo>
                    <a:cubicBezTo>
                      <a:pt x="21600" y="2787"/>
                      <a:pt x="17219" y="0"/>
                      <a:pt x="11223" y="0"/>
                    </a:cubicBezTo>
                    <a:cubicBezTo>
                      <a:pt x="3920" y="0"/>
                      <a:pt x="0" y="5448"/>
                      <a:pt x="0" y="7728"/>
                    </a:cubicBezTo>
                    <a:lnTo>
                      <a:pt x="0" y="15329"/>
                    </a:lnTo>
                    <a:cubicBezTo>
                      <a:pt x="0" y="18496"/>
                      <a:pt x="4420" y="21600"/>
                      <a:pt x="9801" y="21600"/>
                    </a:cubicBezTo>
                    <a:cubicBezTo>
                      <a:pt x="14105" y="21600"/>
                      <a:pt x="18026" y="19763"/>
                      <a:pt x="20601" y="16152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1" name="Line">
                <a:extLst>
                  <a:ext uri="{FF2B5EF4-FFF2-40B4-BE49-F238E27FC236}">
                    <a16:creationId xmlns:a16="http://schemas.microsoft.com/office/drawing/2014/main" id="{FC61D007-4FCB-5AAE-DE60-A1EFD4CAEFF9}"/>
                  </a:ext>
                </a:extLst>
              </p:cNvPr>
              <p:cNvSpPr/>
              <p:nvPr/>
            </p:nvSpPr>
            <p:spPr>
              <a:xfrm>
                <a:off x="7474637" y="8620967"/>
                <a:ext cx="457046" cy="3753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1126" y="17554"/>
                      <a:pt x="1930" y="13312"/>
                      <a:pt x="1930" y="9201"/>
                    </a:cubicBezTo>
                    <a:cubicBezTo>
                      <a:pt x="1930" y="7831"/>
                      <a:pt x="1769" y="6852"/>
                      <a:pt x="1662" y="5286"/>
                    </a:cubicBezTo>
                    <a:lnTo>
                      <a:pt x="3484" y="5286"/>
                    </a:lnTo>
                    <a:cubicBezTo>
                      <a:pt x="14525" y="5286"/>
                      <a:pt x="19242" y="0"/>
                      <a:pt x="20046" y="0"/>
                    </a:cubicBezTo>
                    <a:cubicBezTo>
                      <a:pt x="20850" y="0"/>
                      <a:pt x="21600" y="522"/>
                      <a:pt x="21600" y="3589"/>
                    </a:cubicBezTo>
                    <a:cubicBezTo>
                      <a:pt x="21600" y="7309"/>
                      <a:pt x="20206" y="12268"/>
                      <a:pt x="15222" y="16184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2" name="Shape">
                <a:extLst>
                  <a:ext uri="{FF2B5EF4-FFF2-40B4-BE49-F238E27FC236}">
                    <a16:creationId xmlns:a16="http://schemas.microsoft.com/office/drawing/2014/main" id="{FB164E90-CA3B-529F-975B-885215F2C997}"/>
                  </a:ext>
                </a:extLst>
              </p:cNvPr>
              <p:cNvSpPr/>
              <p:nvPr/>
            </p:nvSpPr>
            <p:spPr>
              <a:xfrm>
                <a:off x="6578694" y="5015643"/>
                <a:ext cx="2440645" cy="19347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0" h="21600" extrusionOk="0">
                    <a:moveTo>
                      <a:pt x="1674" y="13"/>
                    </a:moveTo>
                    <a:cubicBezTo>
                      <a:pt x="1965" y="2811"/>
                      <a:pt x="4941" y="1393"/>
                      <a:pt x="4941" y="4786"/>
                    </a:cubicBezTo>
                    <a:cubicBezTo>
                      <a:pt x="4941" y="5280"/>
                      <a:pt x="4841" y="6001"/>
                      <a:pt x="4841" y="6634"/>
                    </a:cubicBezTo>
                    <a:cubicBezTo>
                      <a:pt x="4841" y="7356"/>
                      <a:pt x="4891" y="7989"/>
                      <a:pt x="5332" y="7989"/>
                    </a:cubicBezTo>
                    <a:cubicBezTo>
                      <a:pt x="5773" y="7989"/>
                      <a:pt x="5884" y="7597"/>
                      <a:pt x="5884" y="7065"/>
                    </a:cubicBezTo>
                    <a:cubicBezTo>
                      <a:pt x="5884" y="6533"/>
                      <a:pt x="5773" y="5875"/>
                      <a:pt x="5773" y="5520"/>
                    </a:cubicBezTo>
                    <a:cubicBezTo>
                      <a:pt x="5773" y="4368"/>
                      <a:pt x="6425" y="4102"/>
                      <a:pt x="6816" y="4102"/>
                    </a:cubicBezTo>
                    <a:cubicBezTo>
                      <a:pt x="7808" y="4102"/>
                      <a:pt x="8570" y="5381"/>
                      <a:pt x="10053" y="5381"/>
                    </a:cubicBezTo>
                    <a:cubicBezTo>
                      <a:pt x="9712" y="7495"/>
                      <a:pt x="6265" y="6938"/>
                      <a:pt x="6275" y="9243"/>
                    </a:cubicBezTo>
                    <a:cubicBezTo>
                      <a:pt x="6275" y="10395"/>
                      <a:pt x="7187" y="10661"/>
                      <a:pt x="7788" y="10661"/>
                    </a:cubicBezTo>
                    <a:cubicBezTo>
                      <a:pt x="8339" y="10661"/>
                      <a:pt x="8520" y="10559"/>
                      <a:pt x="8520" y="9964"/>
                    </a:cubicBezTo>
                    <a:cubicBezTo>
                      <a:pt x="8520" y="9635"/>
                      <a:pt x="8470" y="9268"/>
                      <a:pt x="8470" y="9040"/>
                    </a:cubicBezTo>
                    <a:cubicBezTo>
                      <a:pt x="8470" y="8913"/>
                      <a:pt x="8550" y="8774"/>
                      <a:pt x="8680" y="8774"/>
                    </a:cubicBezTo>
                    <a:cubicBezTo>
                      <a:pt x="9251" y="8774"/>
                      <a:pt x="12068" y="11471"/>
                      <a:pt x="12068" y="12294"/>
                    </a:cubicBezTo>
                    <a:cubicBezTo>
                      <a:pt x="12068" y="13054"/>
                      <a:pt x="9101" y="13813"/>
                      <a:pt x="8239" y="13813"/>
                    </a:cubicBezTo>
                    <a:cubicBezTo>
                      <a:pt x="7978" y="13813"/>
                      <a:pt x="7928" y="13585"/>
                      <a:pt x="7928" y="13446"/>
                    </a:cubicBezTo>
                    <a:cubicBezTo>
                      <a:pt x="7928" y="13218"/>
                      <a:pt x="8369" y="12522"/>
                      <a:pt x="8369" y="12129"/>
                    </a:cubicBezTo>
                    <a:cubicBezTo>
                      <a:pt x="8369" y="11838"/>
                      <a:pt x="7978" y="11636"/>
                      <a:pt x="6936" y="11636"/>
                    </a:cubicBezTo>
                    <a:cubicBezTo>
                      <a:pt x="6445" y="11636"/>
                      <a:pt x="6074" y="11699"/>
                      <a:pt x="6074" y="12193"/>
                    </a:cubicBezTo>
                    <a:cubicBezTo>
                      <a:pt x="6074" y="13079"/>
                      <a:pt x="7227" y="14168"/>
                      <a:pt x="7227" y="14991"/>
                    </a:cubicBezTo>
                    <a:cubicBezTo>
                      <a:pt x="7227" y="15649"/>
                      <a:pt x="6916" y="16042"/>
                      <a:pt x="6074" y="16042"/>
                    </a:cubicBezTo>
                    <a:cubicBezTo>
                      <a:pt x="5372" y="16042"/>
                      <a:pt x="4300" y="15345"/>
                      <a:pt x="4300" y="14193"/>
                    </a:cubicBezTo>
                    <a:cubicBezTo>
                      <a:pt x="4300" y="13269"/>
                      <a:pt x="5052" y="12345"/>
                      <a:pt x="5052" y="11788"/>
                    </a:cubicBezTo>
                    <a:cubicBezTo>
                      <a:pt x="5052" y="11623"/>
                      <a:pt x="4951" y="11357"/>
                      <a:pt x="4641" y="11357"/>
                    </a:cubicBezTo>
                    <a:cubicBezTo>
                      <a:pt x="3679" y="11357"/>
                      <a:pt x="3418" y="14586"/>
                      <a:pt x="0" y="14953"/>
                    </a:cubicBezTo>
                    <a:cubicBezTo>
                      <a:pt x="551" y="14332"/>
                      <a:pt x="1012" y="13636"/>
                      <a:pt x="1012" y="12218"/>
                    </a:cubicBezTo>
                    <a:cubicBezTo>
                      <a:pt x="1012" y="11522"/>
                      <a:pt x="882" y="10965"/>
                      <a:pt x="882" y="10205"/>
                    </a:cubicBezTo>
                    <a:cubicBezTo>
                      <a:pt x="882" y="9217"/>
                      <a:pt x="1243" y="8724"/>
                      <a:pt x="1764" y="8724"/>
                    </a:cubicBezTo>
                    <a:cubicBezTo>
                      <a:pt x="2726" y="8724"/>
                      <a:pt x="3197" y="10433"/>
                      <a:pt x="3829" y="10433"/>
                    </a:cubicBezTo>
                    <a:cubicBezTo>
                      <a:pt x="4170" y="10433"/>
                      <a:pt x="4530" y="10040"/>
                      <a:pt x="4530" y="9445"/>
                    </a:cubicBezTo>
                    <a:cubicBezTo>
                      <a:pt x="4530" y="6938"/>
                      <a:pt x="722" y="7306"/>
                      <a:pt x="722" y="3786"/>
                    </a:cubicBezTo>
                    <a:cubicBezTo>
                      <a:pt x="722" y="2836"/>
                      <a:pt x="982" y="1646"/>
                      <a:pt x="1684" y="0"/>
                    </a:cubicBezTo>
                    <a:moveTo>
                      <a:pt x="14123" y="9648"/>
                    </a:moveTo>
                    <a:cubicBezTo>
                      <a:pt x="14123" y="10471"/>
                      <a:pt x="14333" y="11420"/>
                      <a:pt x="14985" y="11420"/>
                    </a:cubicBezTo>
                    <a:cubicBezTo>
                      <a:pt x="15536" y="11420"/>
                      <a:pt x="15997" y="10370"/>
                      <a:pt x="15997" y="9217"/>
                    </a:cubicBezTo>
                    <a:cubicBezTo>
                      <a:pt x="15997" y="7901"/>
                      <a:pt x="15817" y="6875"/>
                      <a:pt x="15817" y="6356"/>
                    </a:cubicBezTo>
                    <a:cubicBezTo>
                      <a:pt x="15817" y="6128"/>
                      <a:pt x="15897" y="6027"/>
                      <a:pt x="15997" y="6027"/>
                    </a:cubicBezTo>
                    <a:cubicBezTo>
                      <a:pt x="16388" y="6065"/>
                      <a:pt x="16759" y="7407"/>
                      <a:pt x="17170" y="7407"/>
                    </a:cubicBezTo>
                    <a:cubicBezTo>
                      <a:pt x="17641" y="7407"/>
                      <a:pt x="18342" y="6318"/>
                      <a:pt x="18623" y="6318"/>
                    </a:cubicBezTo>
                    <a:cubicBezTo>
                      <a:pt x="18703" y="6318"/>
                      <a:pt x="18723" y="6445"/>
                      <a:pt x="18723" y="6483"/>
                    </a:cubicBezTo>
                    <a:cubicBezTo>
                      <a:pt x="18723" y="6976"/>
                      <a:pt x="18122" y="8065"/>
                      <a:pt x="18122" y="8496"/>
                    </a:cubicBezTo>
                    <a:cubicBezTo>
                      <a:pt x="18122" y="8863"/>
                      <a:pt x="19635" y="8926"/>
                      <a:pt x="19635" y="9255"/>
                    </a:cubicBezTo>
                    <a:cubicBezTo>
                      <a:pt x="19635" y="9749"/>
                      <a:pt x="18052" y="9749"/>
                      <a:pt x="17290" y="10180"/>
                    </a:cubicBezTo>
                    <a:cubicBezTo>
                      <a:pt x="16558" y="10572"/>
                      <a:pt x="16117" y="11066"/>
                      <a:pt x="16117" y="11724"/>
                    </a:cubicBezTo>
                    <a:cubicBezTo>
                      <a:pt x="16117" y="12383"/>
                      <a:pt x="16639" y="12509"/>
                      <a:pt x="17370" y="12509"/>
                    </a:cubicBezTo>
                    <a:cubicBezTo>
                      <a:pt x="19114" y="12509"/>
                      <a:pt x="20337" y="11319"/>
                      <a:pt x="20728" y="11319"/>
                    </a:cubicBezTo>
                    <a:cubicBezTo>
                      <a:pt x="20808" y="11319"/>
                      <a:pt x="20858" y="11382"/>
                      <a:pt x="20858" y="11484"/>
                    </a:cubicBezTo>
                    <a:cubicBezTo>
                      <a:pt x="20858" y="11813"/>
                      <a:pt x="19976" y="12902"/>
                      <a:pt x="19976" y="13396"/>
                    </a:cubicBezTo>
                    <a:cubicBezTo>
                      <a:pt x="19976" y="13953"/>
                      <a:pt x="21600" y="14611"/>
                      <a:pt x="21570" y="14940"/>
                    </a:cubicBezTo>
                    <a:cubicBezTo>
                      <a:pt x="21540" y="15042"/>
                      <a:pt x="21440" y="15067"/>
                      <a:pt x="21259" y="15067"/>
                    </a:cubicBezTo>
                    <a:cubicBezTo>
                      <a:pt x="20969" y="15067"/>
                      <a:pt x="20528" y="14966"/>
                      <a:pt x="20187" y="14966"/>
                    </a:cubicBezTo>
                    <a:cubicBezTo>
                      <a:pt x="19976" y="14966"/>
                      <a:pt x="19796" y="15004"/>
                      <a:pt x="19716" y="15130"/>
                    </a:cubicBezTo>
                    <a:cubicBezTo>
                      <a:pt x="19535" y="15396"/>
                      <a:pt x="19766" y="17143"/>
                      <a:pt x="19405" y="17143"/>
                    </a:cubicBezTo>
                    <a:cubicBezTo>
                      <a:pt x="19064" y="17143"/>
                      <a:pt x="18172" y="13256"/>
                      <a:pt x="16167" y="13256"/>
                    </a:cubicBezTo>
                    <a:cubicBezTo>
                      <a:pt x="15877" y="13256"/>
                      <a:pt x="15676" y="13547"/>
                      <a:pt x="15676" y="14041"/>
                    </a:cubicBezTo>
                    <a:cubicBezTo>
                      <a:pt x="15676" y="15358"/>
                      <a:pt x="16699" y="16877"/>
                      <a:pt x="17661" y="17599"/>
                    </a:cubicBezTo>
                    <a:cubicBezTo>
                      <a:pt x="18102" y="17966"/>
                      <a:pt x="18834" y="18321"/>
                      <a:pt x="18834" y="18523"/>
                    </a:cubicBezTo>
                    <a:cubicBezTo>
                      <a:pt x="18834" y="18916"/>
                      <a:pt x="17170" y="18561"/>
                      <a:pt x="17170" y="19220"/>
                    </a:cubicBezTo>
                    <a:cubicBezTo>
                      <a:pt x="17170" y="19815"/>
                      <a:pt x="17380" y="20701"/>
                      <a:pt x="17380" y="21233"/>
                    </a:cubicBezTo>
                    <a:cubicBezTo>
                      <a:pt x="17380" y="21397"/>
                      <a:pt x="17350" y="21600"/>
                      <a:pt x="17200" y="21600"/>
                    </a:cubicBezTo>
                    <a:cubicBezTo>
                      <a:pt x="16889" y="21600"/>
                      <a:pt x="16127" y="19789"/>
                      <a:pt x="15766" y="19789"/>
                    </a:cubicBezTo>
                    <a:cubicBezTo>
                      <a:pt x="15456" y="19789"/>
                      <a:pt x="14774" y="20878"/>
                      <a:pt x="14484" y="20878"/>
                    </a:cubicBezTo>
                    <a:cubicBezTo>
                      <a:pt x="14403" y="20878"/>
                      <a:pt x="14353" y="20777"/>
                      <a:pt x="14353" y="20688"/>
                    </a:cubicBezTo>
                    <a:cubicBezTo>
                      <a:pt x="14353" y="19929"/>
                      <a:pt x="15315" y="18219"/>
                      <a:pt x="15315" y="16536"/>
                    </a:cubicBezTo>
                    <a:cubicBezTo>
                      <a:pt x="15315" y="15751"/>
                      <a:pt x="15235" y="14029"/>
                      <a:pt x="14474" y="14029"/>
                    </a:cubicBezTo>
                    <a:cubicBezTo>
                      <a:pt x="13852" y="14029"/>
                      <a:pt x="13140" y="15282"/>
                      <a:pt x="12830" y="16536"/>
                    </a:cubicBezTo>
                    <a:cubicBezTo>
                      <a:pt x="12649" y="17257"/>
                      <a:pt x="12780" y="20055"/>
                      <a:pt x="12359" y="20055"/>
                    </a:cubicBezTo>
                    <a:cubicBezTo>
                      <a:pt x="11968" y="20055"/>
                      <a:pt x="12068" y="18181"/>
                      <a:pt x="11547" y="18181"/>
                    </a:cubicBezTo>
                    <a:cubicBezTo>
                      <a:pt x="11166" y="18181"/>
                      <a:pt x="10324" y="19068"/>
                      <a:pt x="10043" y="19068"/>
                    </a:cubicBezTo>
                    <a:cubicBezTo>
                      <a:pt x="9993" y="19068"/>
                      <a:pt x="9943" y="19030"/>
                      <a:pt x="9943" y="18966"/>
                    </a:cubicBezTo>
                    <a:cubicBezTo>
                      <a:pt x="9943" y="18574"/>
                      <a:pt x="10695" y="17283"/>
                      <a:pt x="10695" y="17017"/>
                    </a:cubicBezTo>
                    <a:cubicBezTo>
                      <a:pt x="10695" y="16523"/>
                      <a:pt x="8971" y="16460"/>
                      <a:pt x="8971" y="16067"/>
                    </a:cubicBezTo>
                    <a:cubicBezTo>
                      <a:pt x="8971" y="15839"/>
                      <a:pt x="9652" y="15675"/>
                      <a:pt x="10274" y="15535"/>
                    </a:cubicBezTo>
                    <a:cubicBezTo>
                      <a:pt x="11597" y="15231"/>
                      <a:pt x="13551" y="14016"/>
                      <a:pt x="13551" y="12307"/>
                    </a:cubicBezTo>
                    <a:cubicBezTo>
                      <a:pt x="13551" y="10395"/>
                      <a:pt x="12088" y="9572"/>
                      <a:pt x="11126" y="8787"/>
                    </a:cubicBezTo>
                    <a:cubicBezTo>
                      <a:pt x="10625" y="8394"/>
                      <a:pt x="10083" y="8065"/>
                      <a:pt x="10083" y="7799"/>
                    </a:cubicBezTo>
                    <a:cubicBezTo>
                      <a:pt x="10083" y="7533"/>
                      <a:pt x="10715" y="7533"/>
                      <a:pt x="10975" y="7533"/>
                    </a:cubicBezTo>
                    <a:cubicBezTo>
                      <a:pt x="11366" y="7533"/>
                      <a:pt x="11757" y="7495"/>
                      <a:pt x="11757" y="7103"/>
                    </a:cubicBezTo>
                    <a:cubicBezTo>
                      <a:pt x="11757" y="6799"/>
                      <a:pt x="11707" y="6217"/>
                      <a:pt x="11707" y="5748"/>
                    </a:cubicBezTo>
                    <a:cubicBezTo>
                      <a:pt x="11707" y="5419"/>
                      <a:pt x="11737" y="5153"/>
                      <a:pt x="11837" y="5153"/>
                    </a:cubicBezTo>
                    <a:cubicBezTo>
                      <a:pt x="12228" y="5153"/>
                      <a:pt x="12780" y="6761"/>
                      <a:pt x="13040" y="6761"/>
                    </a:cubicBezTo>
                    <a:cubicBezTo>
                      <a:pt x="13461" y="6761"/>
                      <a:pt x="14032" y="5444"/>
                      <a:pt x="14423" y="5444"/>
                    </a:cubicBezTo>
                    <a:cubicBezTo>
                      <a:pt x="14554" y="5444"/>
                      <a:pt x="14604" y="5546"/>
                      <a:pt x="14604" y="5837"/>
                    </a:cubicBezTo>
                    <a:cubicBezTo>
                      <a:pt x="14604" y="7052"/>
                      <a:pt x="14113" y="8432"/>
                      <a:pt x="14113" y="9623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3" name="Shape">
                <a:extLst>
                  <a:ext uri="{FF2B5EF4-FFF2-40B4-BE49-F238E27FC236}">
                    <a16:creationId xmlns:a16="http://schemas.microsoft.com/office/drawing/2014/main" id="{115AC59C-CFF0-53EB-3C94-BF92769EE614}"/>
                  </a:ext>
                </a:extLst>
              </p:cNvPr>
              <p:cNvSpPr/>
              <p:nvPr/>
            </p:nvSpPr>
            <p:spPr>
              <a:xfrm>
                <a:off x="5949264" y="6477506"/>
                <a:ext cx="1634248" cy="17113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977" y="2791"/>
                    </a:moveTo>
                    <a:cubicBezTo>
                      <a:pt x="13775" y="3020"/>
                      <a:pt x="14210" y="3607"/>
                      <a:pt x="14210" y="4094"/>
                    </a:cubicBezTo>
                    <a:cubicBezTo>
                      <a:pt x="14210" y="4910"/>
                      <a:pt x="13431" y="5167"/>
                      <a:pt x="12681" y="5167"/>
                    </a:cubicBezTo>
                    <a:cubicBezTo>
                      <a:pt x="12142" y="5167"/>
                      <a:pt x="11512" y="5053"/>
                      <a:pt x="10852" y="5053"/>
                    </a:cubicBezTo>
                    <a:cubicBezTo>
                      <a:pt x="9998" y="5053"/>
                      <a:pt x="9144" y="5239"/>
                      <a:pt x="8439" y="6026"/>
                    </a:cubicBezTo>
                    <a:cubicBezTo>
                      <a:pt x="8949" y="6098"/>
                      <a:pt x="9683" y="6441"/>
                      <a:pt x="9683" y="7186"/>
                    </a:cubicBezTo>
                    <a:cubicBezTo>
                      <a:pt x="9683" y="9347"/>
                      <a:pt x="3403" y="7558"/>
                      <a:pt x="3403" y="13112"/>
                    </a:cubicBezTo>
                    <a:cubicBezTo>
                      <a:pt x="3403" y="16046"/>
                      <a:pt x="6610" y="19252"/>
                      <a:pt x="11437" y="19252"/>
                    </a:cubicBezTo>
                    <a:cubicBezTo>
                      <a:pt x="13940" y="19252"/>
                      <a:pt x="15529" y="18465"/>
                      <a:pt x="15529" y="17578"/>
                    </a:cubicBezTo>
                    <a:cubicBezTo>
                      <a:pt x="15529" y="16876"/>
                      <a:pt x="14195" y="17349"/>
                      <a:pt x="14195" y="16762"/>
                    </a:cubicBezTo>
                    <a:cubicBezTo>
                      <a:pt x="14195" y="16504"/>
                      <a:pt x="14660" y="16017"/>
                      <a:pt x="14660" y="15602"/>
                    </a:cubicBezTo>
                    <a:cubicBezTo>
                      <a:pt x="14660" y="15416"/>
                      <a:pt x="14510" y="15087"/>
                      <a:pt x="14195" y="15087"/>
                    </a:cubicBezTo>
                    <a:cubicBezTo>
                      <a:pt x="13491" y="15087"/>
                      <a:pt x="12172" y="16161"/>
                      <a:pt x="9473" y="16175"/>
                    </a:cubicBezTo>
                    <a:cubicBezTo>
                      <a:pt x="7360" y="16175"/>
                      <a:pt x="5291" y="15030"/>
                      <a:pt x="5291" y="13455"/>
                    </a:cubicBezTo>
                    <a:cubicBezTo>
                      <a:pt x="5291" y="13126"/>
                      <a:pt x="5441" y="12940"/>
                      <a:pt x="5681" y="12926"/>
                    </a:cubicBezTo>
                    <a:cubicBezTo>
                      <a:pt x="5921" y="12926"/>
                      <a:pt x="6221" y="13069"/>
                      <a:pt x="6505" y="13069"/>
                    </a:cubicBezTo>
                    <a:cubicBezTo>
                      <a:pt x="6745" y="13069"/>
                      <a:pt x="6775" y="12911"/>
                      <a:pt x="6775" y="12511"/>
                    </a:cubicBezTo>
                    <a:cubicBezTo>
                      <a:pt x="6775" y="12095"/>
                      <a:pt x="6775" y="10950"/>
                      <a:pt x="7510" y="10950"/>
                    </a:cubicBezTo>
                    <a:cubicBezTo>
                      <a:pt x="8244" y="10950"/>
                      <a:pt x="9653" y="13555"/>
                      <a:pt x="15050" y="13555"/>
                    </a:cubicBezTo>
                    <a:cubicBezTo>
                      <a:pt x="16833" y="13555"/>
                      <a:pt x="20311" y="13212"/>
                      <a:pt x="21600" y="12095"/>
                    </a:cubicBezTo>
                    <a:cubicBezTo>
                      <a:pt x="21570" y="16189"/>
                      <a:pt x="18212" y="21600"/>
                      <a:pt x="11197" y="21600"/>
                    </a:cubicBezTo>
                    <a:cubicBezTo>
                      <a:pt x="3897" y="21600"/>
                      <a:pt x="0" y="16017"/>
                      <a:pt x="0" y="10879"/>
                    </a:cubicBezTo>
                    <a:cubicBezTo>
                      <a:pt x="0" y="5182"/>
                      <a:pt x="4857" y="0"/>
                      <a:pt x="11542" y="0"/>
                    </a:cubicBezTo>
                    <a:cubicBezTo>
                      <a:pt x="13251" y="0"/>
                      <a:pt x="14705" y="558"/>
                      <a:pt x="14705" y="1260"/>
                    </a:cubicBezTo>
                    <a:cubicBezTo>
                      <a:pt x="14705" y="2233"/>
                      <a:pt x="12172" y="1632"/>
                      <a:pt x="11977" y="2791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4" name="Line">
                <a:extLst>
                  <a:ext uri="{FF2B5EF4-FFF2-40B4-BE49-F238E27FC236}">
                    <a16:creationId xmlns:a16="http://schemas.microsoft.com/office/drawing/2014/main" id="{032CAFF2-B401-D85B-4A59-CF4836925229}"/>
                  </a:ext>
                </a:extLst>
              </p:cNvPr>
              <p:cNvSpPr/>
              <p:nvPr/>
            </p:nvSpPr>
            <p:spPr>
              <a:xfrm>
                <a:off x="7735482" y="6854029"/>
                <a:ext cx="390133" cy="5160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44" y="0"/>
                    </a:moveTo>
                    <a:cubicBezTo>
                      <a:pt x="2574" y="1329"/>
                      <a:pt x="3077" y="2706"/>
                      <a:pt x="3077" y="3940"/>
                    </a:cubicBezTo>
                    <a:cubicBezTo>
                      <a:pt x="3077" y="7406"/>
                      <a:pt x="0" y="10634"/>
                      <a:pt x="0" y="14194"/>
                    </a:cubicBezTo>
                    <a:cubicBezTo>
                      <a:pt x="0" y="18277"/>
                      <a:pt x="4081" y="21600"/>
                      <a:pt x="10298" y="21600"/>
                    </a:cubicBezTo>
                    <a:cubicBezTo>
                      <a:pt x="17016" y="21600"/>
                      <a:pt x="21600" y="17517"/>
                      <a:pt x="21600" y="12723"/>
                    </a:cubicBezTo>
                    <a:cubicBezTo>
                      <a:pt x="21600" y="6171"/>
                      <a:pt x="13751" y="617"/>
                      <a:pt x="1507" y="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5" name="Line">
                <a:extLst>
                  <a:ext uri="{FF2B5EF4-FFF2-40B4-BE49-F238E27FC236}">
                    <a16:creationId xmlns:a16="http://schemas.microsoft.com/office/drawing/2014/main" id="{CEEAFC5F-D4C0-5321-2FC5-0C1379AB1B52}"/>
                  </a:ext>
                </a:extLst>
              </p:cNvPr>
              <p:cNvSpPr/>
              <p:nvPr/>
            </p:nvSpPr>
            <p:spPr>
              <a:xfrm>
                <a:off x="6783966" y="7044559"/>
                <a:ext cx="286947" cy="3629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16" h="21600" extrusionOk="0">
                    <a:moveTo>
                      <a:pt x="85" y="0"/>
                    </a:moveTo>
                    <a:cubicBezTo>
                      <a:pt x="2296" y="1755"/>
                      <a:pt x="2976" y="3510"/>
                      <a:pt x="2976" y="5265"/>
                    </a:cubicBezTo>
                    <a:cubicBezTo>
                      <a:pt x="2976" y="7898"/>
                      <a:pt x="1446" y="10732"/>
                      <a:pt x="1446" y="13702"/>
                    </a:cubicBezTo>
                    <a:cubicBezTo>
                      <a:pt x="1446" y="17888"/>
                      <a:pt x="5443" y="21600"/>
                      <a:pt x="11140" y="21600"/>
                    </a:cubicBezTo>
                    <a:cubicBezTo>
                      <a:pt x="17348" y="21600"/>
                      <a:pt x="21600" y="17752"/>
                      <a:pt x="21515" y="13162"/>
                    </a:cubicBezTo>
                    <a:cubicBezTo>
                      <a:pt x="21515" y="6480"/>
                      <a:pt x="12841" y="0"/>
                      <a:pt x="0" y="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6" name="Line">
                <a:extLst>
                  <a:ext uri="{FF2B5EF4-FFF2-40B4-BE49-F238E27FC236}">
                    <a16:creationId xmlns:a16="http://schemas.microsoft.com/office/drawing/2014/main" id="{C06EDCCB-2DCA-3C88-568B-65CB8D063E87}"/>
                  </a:ext>
                </a:extLst>
              </p:cNvPr>
              <p:cNvSpPr/>
              <p:nvPr/>
            </p:nvSpPr>
            <p:spPr>
              <a:xfrm>
                <a:off x="7136674" y="6541016"/>
                <a:ext cx="519421" cy="8006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98" y="31"/>
                    </a:moveTo>
                    <a:cubicBezTo>
                      <a:pt x="14573" y="1622"/>
                      <a:pt x="21600" y="7893"/>
                      <a:pt x="21600" y="13798"/>
                    </a:cubicBezTo>
                    <a:cubicBezTo>
                      <a:pt x="21600" y="17867"/>
                      <a:pt x="17686" y="21600"/>
                      <a:pt x="10800" y="21600"/>
                    </a:cubicBezTo>
                    <a:cubicBezTo>
                      <a:pt x="4528" y="21600"/>
                      <a:pt x="0" y="18816"/>
                      <a:pt x="0" y="14349"/>
                    </a:cubicBezTo>
                    <a:cubicBezTo>
                      <a:pt x="0" y="11014"/>
                      <a:pt x="4009" y="7496"/>
                      <a:pt x="4009" y="4069"/>
                    </a:cubicBezTo>
                    <a:cubicBezTo>
                      <a:pt x="4009" y="2723"/>
                      <a:pt x="3396" y="1377"/>
                      <a:pt x="1698" y="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7" name="Shape">
                <a:extLst>
                  <a:ext uri="{FF2B5EF4-FFF2-40B4-BE49-F238E27FC236}">
                    <a16:creationId xmlns:a16="http://schemas.microsoft.com/office/drawing/2014/main" id="{D2583150-4D3F-B592-E086-0DEF55DA9F14}"/>
                  </a:ext>
                </a:extLst>
              </p:cNvPr>
              <p:cNvSpPr/>
              <p:nvPr/>
            </p:nvSpPr>
            <p:spPr>
              <a:xfrm>
                <a:off x="7330606" y="6772374"/>
                <a:ext cx="148569" cy="2358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4850"/>
                    </a:moveTo>
                    <a:cubicBezTo>
                      <a:pt x="0" y="18588"/>
                      <a:pt x="4287" y="21600"/>
                      <a:pt x="10388" y="21600"/>
                    </a:cubicBezTo>
                    <a:cubicBezTo>
                      <a:pt x="17313" y="21600"/>
                      <a:pt x="21600" y="17862"/>
                      <a:pt x="21600" y="13500"/>
                    </a:cubicBezTo>
                    <a:cubicBezTo>
                      <a:pt x="21600" y="7788"/>
                      <a:pt x="13356" y="0"/>
                      <a:pt x="5606" y="0"/>
                    </a:cubicBezTo>
                    <a:cubicBezTo>
                      <a:pt x="2144" y="0"/>
                      <a:pt x="3463" y="3219"/>
                      <a:pt x="2638" y="6750"/>
                    </a:cubicBezTo>
                    <a:cubicBezTo>
                      <a:pt x="2144" y="9450"/>
                      <a:pt x="0" y="12669"/>
                      <a:pt x="0" y="1485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8" name="Shape">
                <a:extLst>
                  <a:ext uri="{FF2B5EF4-FFF2-40B4-BE49-F238E27FC236}">
                    <a16:creationId xmlns:a16="http://schemas.microsoft.com/office/drawing/2014/main" id="{49144902-35CF-BF73-83A8-5EB9CDB6B912}"/>
                  </a:ext>
                </a:extLst>
              </p:cNvPr>
              <p:cNvSpPr/>
              <p:nvPr/>
            </p:nvSpPr>
            <p:spPr>
              <a:xfrm>
                <a:off x="3582384" y="3084259"/>
                <a:ext cx="1644455" cy="1171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420" y="15055"/>
                    </a:moveTo>
                    <a:cubicBezTo>
                      <a:pt x="7731" y="15055"/>
                      <a:pt x="9236" y="5039"/>
                      <a:pt x="9236" y="3346"/>
                    </a:cubicBezTo>
                    <a:cubicBezTo>
                      <a:pt x="9236" y="2906"/>
                      <a:pt x="9117" y="2593"/>
                      <a:pt x="8849" y="2593"/>
                    </a:cubicBezTo>
                    <a:cubicBezTo>
                      <a:pt x="7642" y="2593"/>
                      <a:pt x="5988" y="12128"/>
                      <a:pt x="5988" y="14240"/>
                    </a:cubicBezTo>
                    <a:cubicBezTo>
                      <a:pt x="5988" y="14616"/>
                      <a:pt x="6063" y="15055"/>
                      <a:pt x="6420" y="15055"/>
                    </a:cubicBezTo>
                    <a:moveTo>
                      <a:pt x="15910" y="18045"/>
                    </a:moveTo>
                    <a:cubicBezTo>
                      <a:pt x="16878" y="18045"/>
                      <a:pt x="17965" y="12818"/>
                      <a:pt x="17950" y="9556"/>
                    </a:cubicBezTo>
                    <a:cubicBezTo>
                      <a:pt x="17950" y="8845"/>
                      <a:pt x="17876" y="8092"/>
                      <a:pt x="17638" y="8092"/>
                    </a:cubicBezTo>
                    <a:cubicBezTo>
                      <a:pt x="16818" y="8092"/>
                      <a:pt x="15478" y="13487"/>
                      <a:pt x="15478" y="16414"/>
                    </a:cubicBezTo>
                    <a:cubicBezTo>
                      <a:pt x="15478" y="17564"/>
                      <a:pt x="15671" y="18045"/>
                      <a:pt x="15910" y="18045"/>
                    </a:cubicBezTo>
                    <a:moveTo>
                      <a:pt x="9593" y="13194"/>
                    </a:moveTo>
                    <a:cubicBezTo>
                      <a:pt x="10025" y="13194"/>
                      <a:pt x="10562" y="12546"/>
                      <a:pt x="11575" y="10957"/>
                    </a:cubicBezTo>
                    <a:cubicBezTo>
                      <a:pt x="11649" y="10246"/>
                      <a:pt x="11649" y="9598"/>
                      <a:pt x="11649" y="8782"/>
                    </a:cubicBezTo>
                    <a:cubicBezTo>
                      <a:pt x="11649" y="7695"/>
                      <a:pt x="11336" y="6503"/>
                      <a:pt x="10874" y="6503"/>
                    </a:cubicBezTo>
                    <a:cubicBezTo>
                      <a:pt x="9713" y="6503"/>
                      <a:pt x="9132" y="10852"/>
                      <a:pt x="9132" y="12002"/>
                    </a:cubicBezTo>
                    <a:cubicBezTo>
                      <a:pt x="9132" y="12651"/>
                      <a:pt x="9370" y="13194"/>
                      <a:pt x="9593" y="13194"/>
                    </a:cubicBezTo>
                    <a:moveTo>
                      <a:pt x="14897" y="10978"/>
                    </a:moveTo>
                    <a:cubicBezTo>
                      <a:pt x="14897" y="10058"/>
                      <a:pt x="14733" y="9828"/>
                      <a:pt x="14584" y="9828"/>
                    </a:cubicBezTo>
                    <a:cubicBezTo>
                      <a:pt x="14196" y="9828"/>
                      <a:pt x="13764" y="10476"/>
                      <a:pt x="13154" y="11961"/>
                    </a:cubicBezTo>
                    <a:cubicBezTo>
                      <a:pt x="13228" y="13926"/>
                      <a:pt x="13466" y="14783"/>
                      <a:pt x="13854" y="14783"/>
                    </a:cubicBezTo>
                    <a:cubicBezTo>
                      <a:pt x="14286" y="14783"/>
                      <a:pt x="14897" y="12881"/>
                      <a:pt x="14897" y="10978"/>
                    </a:cubicBezTo>
                    <a:moveTo>
                      <a:pt x="17876" y="4537"/>
                    </a:moveTo>
                    <a:cubicBezTo>
                      <a:pt x="20438" y="4537"/>
                      <a:pt x="21600" y="7632"/>
                      <a:pt x="21600" y="11124"/>
                    </a:cubicBezTo>
                    <a:cubicBezTo>
                      <a:pt x="21600" y="12651"/>
                      <a:pt x="21287" y="14888"/>
                      <a:pt x="20796" y="14888"/>
                    </a:cubicBezTo>
                    <a:cubicBezTo>
                      <a:pt x="20289" y="14888"/>
                      <a:pt x="20364" y="13633"/>
                      <a:pt x="20289" y="12483"/>
                    </a:cubicBezTo>
                    <a:cubicBezTo>
                      <a:pt x="20215" y="11020"/>
                      <a:pt x="20021" y="10685"/>
                      <a:pt x="19663" y="10685"/>
                    </a:cubicBezTo>
                    <a:cubicBezTo>
                      <a:pt x="19008" y="10685"/>
                      <a:pt x="18576" y="12860"/>
                      <a:pt x="18576" y="14867"/>
                    </a:cubicBezTo>
                    <a:cubicBezTo>
                      <a:pt x="18576" y="16122"/>
                      <a:pt x="18725" y="17523"/>
                      <a:pt x="19425" y="17523"/>
                    </a:cubicBezTo>
                    <a:cubicBezTo>
                      <a:pt x="19812" y="17523"/>
                      <a:pt x="20155" y="17251"/>
                      <a:pt x="20393" y="16916"/>
                    </a:cubicBezTo>
                    <a:cubicBezTo>
                      <a:pt x="20244" y="19425"/>
                      <a:pt x="18919" y="21600"/>
                      <a:pt x="17057" y="21600"/>
                    </a:cubicBezTo>
                    <a:cubicBezTo>
                      <a:pt x="13645" y="21600"/>
                      <a:pt x="12364" y="15996"/>
                      <a:pt x="11977" y="12734"/>
                    </a:cubicBezTo>
                    <a:cubicBezTo>
                      <a:pt x="9921" y="15787"/>
                      <a:pt x="8029" y="18024"/>
                      <a:pt x="4618" y="18024"/>
                    </a:cubicBezTo>
                    <a:cubicBezTo>
                      <a:pt x="1445" y="18024"/>
                      <a:pt x="0" y="14762"/>
                      <a:pt x="0" y="11668"/>
                    </a:cubicBezTo>
                    <a:cubicBezTo>
                      <a:pt x="0" y="10748"/>
                      <a:pt x="223" y="8343"/>
                      <a:pt x="1043" y="8343"/>
                    </a:cubicBezTo>
                    <a:cubicBezTo>
                      <a:pt x="2011" y="8343"/>
                      <a:pt x="1162" y="12797"/>
                      <a:pt x="3054" y="12797"/>
                    </a:cubicBezTo>
                    <a:cubicBezTo>
                      <a:pt x="3516" y="12797"/>
                      <a:pt x="4365" y="12253"/>
                      <a:pt x="4841" y="10455"/>
                    </a:cubicBezTo>
                    <a:cubicBezTo>
                      <a:pt x="5110" y="9368"/>
                      <a:pt x="5273" y="8218"/>
                      <a:pt x="5273" y="7235"/>
                    </a:cubicBezTo>
                    <a:cubicBezTo>
                      <a:pt x="5273" y="5771"/>
                      <a:pt x="5035" y="4851"/>
                      <a:pt x="4260" y="4851"/>
                    </a:cubicBezTo>
                    <a:cubicBezTo>
                      <a:pt x="3605" y="4851"/>
                      <a:pt x="2786" y="5562"/>
                      <a:pt x="2518" y="5938"/>
                    </a:cubicBezTo>
                    <a:cubicBezTo>
                      <a:pt x="3441" y="2028"/>
                      <a:pt x="5690" y="0"/>
                      <a:pt x="8178" y="0"/>
                    </a:cubicBezTo>
                    <a:cubicBezTo>
                      <a:pt x="11247" y="0"/>
                      <a:pt x="12871" y="3806"/>
                      <a:pt x="12871" y="8050"/>
                    </a:cubicBezTo>
                    <a:cubicBezTo>
                      <a:pt x="12871" y="8657"/>
                      <a:pt x="12826" y="9305"/>
                      <a:pt x="12751" y="9890"/>
                    </a:cubicBezTo>
                    <a:cubicBezTo>
                      <a:pt x="14062" y="6838"/>
                      <a:pt x="15895" y="4496"/>
                      <a:pt x="17861" y="4496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39" name="Line">
                <a:extLst>
                  <a:ext uri="{FF2B5EF4-FFF2-40B4-BE49-F238E27FC236}">
                    <a16:creationId xmlns:a16="http://schemas.microsoft.com/office/drawing/2014/main" id="{3C8BBF76-6895-1D12-73D0-33B3E7B54070}"/>
                  </a:ext>
                </a:extLst>
              </p:cNvPr>
              <p:cNvSpPr/>
              <p:nvPr/>
            </p:nvSpPr>
            <p:spPr>
              <a:xfrm>
                <a:off x="3485985" y="4125369"/>
                <a:ext cx="1661467" cy="19926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780" y="0"/>
                    </a:moveTo>
                    <a:cubicBezTo>
                      <a:pt x="10129" y="0"/>
                      <a:pt x="10055" y="1672"/>
                      <a:pt x="10055" y="5028"/>
                    </a:cubicBezTo>
                    <a:cubicBezTo>
                      <a:pt x="8832" y="2828"/>
                      <a:pt x="6797" y="455"/>
                      <a:pt x="4408" y="455"/>
                    </a:cubicBezTo>
                    <a:cubicBezTo>
                      <a:pt x="2801" y="455"/>
                      <a:pt x="2182" y="1352"/>
                      <a:pt x="2182" y="2914"/>
                    </a:cubicBezTo>
                    <a:cubicBezTo>
                      <a:pt x="2182" y="3233"/>
                      <a:pt x="2226" y="3713"/>
                      <a:pt x="2300" y="3995"/>
                    </a:cubicBezTo>
                    <a:cubicBezTo>
                      <a:pt x="2492" y="3455"/>
                      <a:pt x="3111" y="3233"/>
                      <a:pt x="3878" y="3233"/>
                    </a:cubicBezTo>
                    <a:cubicBezTo>
                      <a:pt x="5529" y="3233"/>
                      <a:pt x="7519" y="4290"/>
                      <a:pt x="8832" y="5729"/>
                    </a:cubicBezTo>
                    <a:cubicBezTo>
                      <a:pt x="7343" y="5508"/>
                      <a:pt x="5883" y="5286"/>
                      <a:pt x="4644" y="5286"/>
                    </a:cubicBezTo>
                    <a:cubicBezTo>
                      <a:pt x="3878" y="5286"/>
                      <a:pt x="3185" y="5348"/>
                      <a:pt x="2610" y="5581"/>
                    </a:cubicBezTo>
                    <a:cubicBezTo>
                      <a:pt x="1504" y="5999"/>
                      <a:pt x="0" y="7376"/>
                      <a:pt x="0" y="9454"/>
                    </a:cubicBezTo>
                    <a:cubicBezTo>
                      <a:pt x="0" y="9773"/>
                      <a:pt x="44" y="10130"/>
                      <a:pt x="118" y="10511"/>
                    </a:cubicBezTo>
                    <a:cubicBezTo>
                      <a:pt x="1460" y="8015"/>
                      <a:pt x="5028" y="6897"/>
                      <a:pt x="7328" y="6897"/>
                    </a:cubicBezTo>
                    <a:cubicBezTo>
                      <a:pt x="7785" y="6897"/>
                      <a:pt x="8139" y="6934"/>
                      <a:pt x="8404" y="6958"/>
                    </a:cubicBezTo>
                    <a:cubicBezTo>
                      <a:pt x="7210" y="7856"/>
                      <a:pt x="6944" y="9417"/>
                      <a:pt x="6871" y="10474"/>
                    </a:cubicBezTo>
                    <a:cubicBezTo>
                      <a:pt x="6826" y="10991"/>
                      <a:pt x="6605" y="11015"/>
                      <a:pt x="6178" y="11015"/>
                    </a:cubicBezTo>
                    <a:cubicBezTo>
                      <a:pt x="6178" y="12072"/>
                      <a:pt x="7180" y="13634"/>
                      <a:pt x="7180" y="14433"/>
                    </a:cubicBezTo>
                    <a:cubicBezTo>
                      <a:pt x="7180" y="14716"/>
                      <a:pt x="6989" y="14974"/>
                      <a:pt x="6797" y="15047"/>
                    </a:cubicBezTo>
                    <a:cubicBezTo>
                      <a:pt x="6797" y="16449"/>
                      <a:pt x="8493" y="17482"/>
                      <a:pt x="8493" y="18367"/>
                    </a:cubicBezTo>
                    <a:cubicBezTo>
                      <a:pt x="8493" y="18588"/>
                      <a:pt x="8419" y="18785"/>
                      <a:pt x="8301" y="18883"/>
                    </a:cubicBezTo>
                    <a:cubicBezTo>
                      <a:pt x="8419" y="19461"/>
                      <a:pt x="10277" y="20432"/>
                      <a:pt x="10512" y="20912"/>
                    </a:cubicBezTo>
                    <a:cubicBezTo>
                      <a:pt x="10807" y="21502"/>
                      <a:pt x="11146" y="21600"/>
                      <a:pt x="11338" y="21600"/>
                    </a:cubicBezTo>
                    <a:cubicBezTo>
                      <a:pt x="11987" y="21600"/>
                      <a:pt x="13019" y="20961"/>
                      <a:pt x="13019" y="20383"/>
                    </a:cubicBezTo>
                    <a:cubicBezTo>
                      <a:pt x="13019" y="20186"/>
                      <a:pt x="12827" y="19965"/>
                      <a:pt x="12680" y="19867"/>
                    </a:cubicBezTo>
                    <a:cubicBezTo>
                      <a:pt x="11943" y="19424"/>
                      <a:pt x="11559" y="18465"/>
                      <a:pt x="11250" y="17826"/>
                    </a:cubicBezTo>
                    <a:cubicBezTo>
                      <a:pt x="10984" y="17826"/>
                      <a:pt x="10630" y="17727"/>
                      <a:pt x="10512" y="17359"/>
                    </a:cubicBezTo>
                    <a:cubicBezTo>
                      <a:pt x="10306" y="16695"/>
                      <a:pt x="10291" y="15465"/>
                      <a:pt x="9982" y="14728"/>
                    </a:cubicBezTo>
                    <a:cubicBezTo>
                      <a:pt x="9480" y="14629"/>
                      <a:pt x="9245" y="14470"/>
                      <a:pt x="9245" y="13609"/>
                    </a:cubicBezTo>
                    <a:cubicBezTo>
                      <a:pt x="9245" y="13191"/>
                      <a:pt x="9554" y="11556"/>
                      <a:pt x="9554" y="10991"/>
                    </a:cubicBezTo>
                    <a:cubicBezTo>
                      <a:pt x="9318" y="10991"/>
                      <a:pt x="9023" y="10868"/>
                      <a:pt x="9023" y="10474"/>
                    </a:cubicBezTo>
                    <a:cubicBezTo>
                      <a:pt x="9023" y="9454"/>
                      <a:pt x="10247" y="8655"/>
                      <a:pt x="10586" y="7339"/>
                    </a:cubicBezTo>
                    <a:cubicBezTo>
                      <a:pt x="12783" y="8679"/>
                      <a:pt x="13314" y="10056"/>
                      <a:pt x="13314" y="11273"/>
                    </a:cubicBezTo>
                    <a:cubicBezTo>
                      <a:pt x="13314" y="11913"/>
                      <a:pt x="13196" y="12515"/>
                      <a:pt x="13048" y="13093"/>
                    </a:cubicBezTo>
                    <a:cubicBezTo>
                      <a:pt x="14656" y="12417"/>
                      <a:pt x="17074" y="11421"/>
                      <a:pt x="17074" y="9405"/>
                    </a:cubicBezTo>
                    <a:cubicBezTo>
                      <a:pt x="17074" y="8224"/>
                      <a:pt x="16425" y="6909"/>
                      <a:pt x="12075" y="6405"/>
                    </a:cubicBezTo>
                    <a:cubicBezTo>
                      <a:pt x="13417" y="5987"/>
                      <a:pt x="15113" y="5766"/>
                      <a:pt x="16528" y="5766"/>
                    </a:cubicBezTo>
                    <a:cubicBezTo>
                      <a:pt x="18976" y="5766"/>
                      <a:pt x="20406" y="6405"/>
                      <a:pt x="20715" y="7843"/>
                    </a:cubicBezTo>
                    <a:cubicBezTo>
                      <a:pt x="21217" y="7204"/>
                      <a:pt x="21600" y="6466"/>
                      <a:pt x="21600" y="5803"/>
                    </a:cubicBezTo>
                    <a:cubicBezTo>
                      <a:pt x="21600" y="4229"/>
                      <a:pt x="20022" y="3209"/>
                      <a:pt x="18032" y="3209"/>
                    </a:cubicBezTo>
                    <a:cubicBezTo>
                      <a:pt x="15688" y="3209"/>
                      <a:pt x="13623" y="4229"/>
                      <a:pt x="11397" y="5483"/>
                    </a:cubicBezTo>
                    <a:cubicBezTo>
                      <a:pt x="12400" y="3750"/>
                      <a:pt x="13078" y="2729"/>
                      <a:pt x="14316" y="2729"/>
                    </a:cubicBezTo>
                    <a:cubicBezTo>
                      <a:pt x="14508" y="2729"/>
                      <a:pt x="14700" y="2766"/>
                      <a:pt x="14891" y="2791"/>
                    </a:cubicBezTo>
                    <a:cubicBezTo>
                      <a:pt x="14434" y="1389"/>
                      <a:pt x="12709" y="12"/>
                      <a:pt x="11780" y="12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0" name="Line">
                <a:extLst>
                  <a:ext uri="{FF2B5EF4-FFF2-40B4-BE49-F238E27FC236}">
                    <a16:creationId xmlns:a16="http://schemas.microsoft.com/office/drawing/2014/main" id="{8CE23533-46EC-0CF5-7D40-C30901D26B83}"/>
                  </a:ext>
                </a:extLst>
              </p:cNvPr>
              <p:cNvSpPr/>
              <p:nvPr/>
            </p:nvSpPr>
            <p:spPr>
              <a:xfrm>
                <a:off x="8829896" y="6248417"/>
                <a:ext cx="802948" cy="10921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431" y="0"/>
                    </a:moveTo>
                    <a:cubicBezTo>
                      <a:pt x="18397" y="0"/>
                      <a:pt x="21569" y="3791"/>
                      <a:pt x="21600" y="8232"/>
                    </a:cubicBezTo>
                    <a:cubicBezTo>
                      <a:pt x="21600" y="12964"/>
                      <a:pt x="18580" y="18101"/>
                      <a:pt x="13210" y="21600"/>
                    </a:cubicBezTo>
                    <a:cubicBezTo>
                      <a:pt x="13119" y="13727"/>
                      <a:pt x="0" y="16239"/>
                      <a:pt x="0" y="10520"/>
                    </a:cubicBezTo>
                    <a:cubicBezTo>
                      <a:pt x="0" y="8075"/>
                      <a:pt x="2380" y="6437"/>
                      <a:pt x="5247" y="6437"/>
                    </a:cubicBezTo>
                    <a:cubicBezTo>
                      <a:pt x="7780" y="6437"/>
                      <a:pt x="9763" y="6953"/>
                      <a:pt x="11197" y="8007"/>
                    </a:cubicBezTo>
                    <a:cubicBezTo>
                      <a:pt x="9763" y="7021"/>
                      <a:pt x="9061" y="5607"/>
                      <a:pt x="9031" y="4284"/>
                    </a:cubicBezTo>
                    <a:cubicBezTo>
                      <a:pt x="9031" y="2064"/>
                      <a:pt x="10922" y="22"/>
                      <a:pt x="14400" y="22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1" name="Line">
                <a:extLst>
                  <a:ext uri="{FF2B5EF4-FFF2-40B4-BE49-F238E27FC236}">
                    <a16:creationId xmlns:a16="http://schemas.microsoft.com/office/drawing/2014/main" id="{41C719CB-F5D5-6AE8-519A-24300C3E40BD}"/>
                  </a:ext>
                </a:extLst>
              </p:cNvPr>
              <p:cNvSpPr/>
              <p:nvPr/>
            </p:nvSpPr>
            <p:spPr>
              <a:xfrm>
                <a:off x="6654678" y="3339433"/>
                <a:ext cx="905018" cy="6964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97" extrusionOk="0">
                    <a:moveTo>
                      <a:pt x="1759" y="3326"/>
                    </a:moveTo>
                    <a:cubicBezTo>
                      <a:pt x="3600" y="5601"/>
                      <a:pt x="5224" y="6617"/>
                      <a:pt x="7200" y="6582"/>
                    </a:cubicBezTo>
                    <a:cubicBezTo>
                      <a:pt x="7985" y="6582"/>
                      <a:pt x="8905" y="6301"/>
                      <a:pt x="9392" y="6301"/>
                    </a:cubicBezTo>
                    <a:cubicBezTo>
                      <a:pt x="10015" y="6301"/>
                      <a:pt x="10448" y="6652"/>
                      <a:pt x="10448" y="7282"/>
                    </a:cubicBezTo>
                    <a:cubicBezTo>
                      <a:pt x="10448" y="8297"/>
                      <a:pt x="9744" y="9942"/>
                      <a:pt x="8905" y="10853"/>
                    </a:cubicBezTo>
                    <a:cubicBezTo>
                      <a:pt x="9744" y="11308"/>
                      <a:pt x="10665" y="11483"/>
                      <a:pt x="11666" y="11483"/>
                    </a:cubicBezTo>
                    <a:cubicBezTo>
                      <a:pt x="15672" y="11483"/>
                      <a:pt x="20247" y="8192"/>
                      <a:pt x="20247" y="0"/>
                    </a:cubicBezTo>
                    <a:cubicBezTo>
                      <a:pt x="21086" y="1435"/>
                      <a:pt x="21600" y="4446"/>
                      <a:pt x="21600" y="5811"/>
                    </a:cubicBezTo>
                    <a:cubicBezTo>
                      <a:pt x="21600" y="15754"/>
                      <a:pt x="15970" y="19570"/>
                      <a:pt x="10773" y="19570"/>
                    </a:cubicBezTo>
                    <a:cubicBezTo>
                      <a:pt x="7389" y="19570"/>
                      <a:pt x="5684" y="18134"/>
                      <a:pt x="5278" y="18134"/>
                    </a:cubicBezTo>
                    <a:cubicBezTo>
                      <a:pt x="3952" y="18134"/>
                      <a:pt x="4006" y="21600"/>
                      <a:pt x="3113" y="21495"/>
                    </a:cubicBezTo>
                    <a:cubicBezTo>
                      <a:pt x="1489" y="21145"/>
                      <a:pt x="0" y="16489"/>
                      <a:pt x="0" y="11588"/>
                    </a:cubicBezTo>
                    <a:cubicBezTo>
                      <a:pt x="0" y="8682"/>
                      <a:pt x="568" y="5566"/>
                      <a:pt x="1814" y="3291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2" name="Line">
                <a:extLst>
                  <a:ext uri="{FF2B5EF4-FFF2-40B4-BE49-F238E27FC236}">
                    <a16:creationId xmlns:a16="http://schemas.microsoft.com/office/drawing/2014/main" id="{A5A4E236-CE48-1E87-857B-ADBDC5636E6B}"/>
                  </a:ext>
                </a:extLst>
              </p:cNvPr>
              <p:cNvSpPr/>
              <p:nvPr/>
            </p:nvSpPr>
            <p:spPr>
              <a:xfrm>
                <a:off x="6764687" y="2957239"/>
                <a:ext cx="708817" cy="5523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476" y="10733"/>
                    </a:moveTo>
                    <a:cubicBezTo>
                      <a:pt x="11750" y="9225"/>
                      <a:pt x="9055" y="8427"/>
                      <a:pt x="7811" y="8427"/>
                    </a:cubicBezTo>
                    <a:cubicBezTo>
                      <a:pt x="3836" y="8427"/>
                      <a:pt x="1140" y="12020"/>
                      <a:pt x="622" y="15257"/>
                    </a:cubicBezTo>
                    <a:cubicBezTo>
                      <a:pt x="276" y="14104"/>
                      <a:pt x="0" y="12729"/>
                      <a:pt x="0" y="11310"/>
                    </a:cubicBezTo>
                    <a:cubicBezTo>
                      <a:pt x="0" y="6254"/>
                      <a:pt x="2696" y="0"/>
                      <a:pt x="9262" y="0"/>
                    </a:cubicBezTo>
                    <a:cubicBezTo>
                      <a:pt x="14999" y="0"/>
                      <a:pt x="17245" y="3903"/>
                      <a:pt x="18075" y="3903"/>
                    </a:cubicBezTo>
                    <a:cubicBezTo>
                      <a:pt x="18973" y="3903"/>
                      <a:pt x="19872" y="2750"/>
                      <a:pt x="20598" y="2750"/>
                    </a:cubicBezTo>
                    <a:cubicBezTo>
                      <a:pt x="21600" y="2750"/>
                      <a:pt x="21600" y="4701"/>
                      <a:pt x="21600" y="6121"/>
                    </a:cubicBezTo>
                    <a:cubicBezTo>
                      <a:pt x="21600" y="10733"/>
                      <a:pt x="19976" y="18717"/>
                      <a:pt x="15932" y="21600"/>
                    </a:cubicBezTo>
                    <a:cubicBezTo>
                      <a:pt x="15206" y="19648"/>
                      <a:pt x="13755" y="17431"/>
                      <a:pt x="11439" y="16056"/>
                    </a:cubicBezTo>
                    <a:cubicBezTo>
                      <a:pt x="10817" y="15701"/>
                      <a:pt x="10541" y="15036"/>
                      <a:pt x="10541" y="14326"/>
                    </a:cubicBezTo>
                    <a:cubicBezTo>
                      <a:pt x="10541" y="13040"/>
                      <a:pt x="11439" y="11443"/>
                      <a:pt x="12511" y="10733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3" name="Line">
                <a:extLst>
                  <a:ext uri="{FF2B5EF4-FFF2-40B4-BE49-F238E27FC236}">
                    <a16:creationId xmlns:a16="http://schemas.microsoft.com/office/drawing/2014/main" id="{70BC82E8-5E4D-5D94-67DF-03923F6AD4D5}"/>
                  </a:ext>
                </a:extLst>
              </p:cNvPr>
              <p:cNvSpPr/>
              <p:nvPr/>
            </p:nvSpPr>
            <p:spPr>
              <a:xfrm>
                <a:off x="4675662" y="2572777"/>
                <a:ext cx="544372" cy="624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" y="588"/>
                    </a:moveTo>
                    <a:cubicBezTo>
                      <a:pt x="45" y="4155"/>
                      <a:pt x="14715" y="21600"/>
                      <a:pt x="17505" y="21600"/>
                    </a:cubicBezTo>
                    <a:cubicBezTo>
                      <a:pt x="19845" y="21600"/>
                      <a:pt x="21600" y="18033"/>
                      <a:pt x="21600" y="14975"/>
                    </a:cubicBezTo>
                    <a:cubicBezTo>
                      <a:pt x="21600" y="14152"/>
                      <a:pt x="21375" y="13368"/>
                      <a:pt x="20880" y="12740"/>
                    </a:cubicBezTo>
                    <a:cubicBezTo>
                      <a:pt x="18765" y="10192"/>
                      <a:pt x="3870" y="0"/>
                      <a:pt x="585" y="0"/>
                    </a:cubicBezTo>
                    <a:cubicBezTo>
                      <a:pt x="225" y="0"/>
                      <a:pt x="0" y="314"/>
                      <a:pt x="0" y="627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4" name="Shape">
                <a:extLst>
                  <a:ext uri="{FF2B5EF4-FFF2-40B4-BE49-F238E27FC236}">
                    <a16:creationId xmlns:a16="http://schemas.microsoft.com/office/drawing/2014/main" id="{BF26F160-F327-7C7F-0226-EE217C035B5F}"/>
                  </a:ext>
                </a:extLst>
              </p:cNvPr>
              <p:cNvSpPr/>
              <p:nvPr/>
            </p:nvSpPr>
            <p:spPr>
              <a:xfrm>
                <a:off x="2165884" y="2256361"/>
                <a:ext cx="342501" cy="2891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372"/>
                    </a:moveTo>
                    <a:cubicBezTo>
                      <a:pt x="21600" y="6776"/>
                      <a:pt x="7510" y="21600"/>
                      <a:pt x="2432" y="21600"/>
                    </a:cubicBezTo>
                    <a:cubicBezTo>
                      <a:pt x="572" y="21600"/>
                      <a:pt x="0" y="18974"/>
                      <a:pt x="0" y="16518"/>
                    </a:cubicBezTo>
                    <a:cubicBezTo>
                      <a:pt x="0" y="12113"/>
                      <a:pt x="1645" y="5929"/>
                      <a:pt x="3719" y="3981"/>
                    </a:cubicBezTo>
                    <a:cubicBezTo>
                      <a:pt x="6151" y="1355"/>
                      <a:pt x="11730" y="0"/>
                      <a:pt x="16021" y="0"/>
                    </a:cubicBezTo>
                    <a:cubicBezTo>
                      <a:pt x="18596" y="0"/>
                      <a:pt x="21600" y="678"/>
                      <a:pt x="21600" y="2372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5" name="Line">
                <a:extLst>
                  <a:ext uri="{FF2B5EF4-FFF2-40B4-BE49-F238E27FC236}">
                    <a16:creationId xmlns:a16="http://schemas.microsoft.com/office/drawing/2014/main" id="{50587BBE-3F4A-169C-0FC6-C51A27CB4225}"/>
                  </a:ext>
                </a:extLst>
              </p:cNvPr>
              <p:cNvSpPr/>
              <p:nvPr/>
            </p:nvSpPr>
            <p:spPr>
              <a:xfrm>
                <a:off x="2151141" y="1510119"/>
                <a:ext cx="3054150" cy="19529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84" y="10474"/>
                    </a:moveTo>
                    <a:cubicBezTo>
                      <a:pt x="21584" y="9495"/>
                      <a:pt x="20736" y="8119"/>
                      <a:pt x="19884" y="6794"/>
                    </a:cubicBezTo>
                    <a:cubicBezTo>
                      <a:pt x="19031" y="5469"/>
                      <a:pt x="18175" y="4196"/>
                      <a:pt x="18159" y="3424"/>
                    </a:cubicBezTo>
                    <a:cubicBezTo>
                      <a:pt x="18159" y="3355"/>
                      <a:pt x="18171" y="3286"/>
                      <a:pt x="18192" y="3219"/>
                    </a:cubicBezTo>
                    <a:cubicBezTo>
                      <a:pt x="18213" y="3152"/>
                      <a:pt x="18243" y="3086"/>
                      <a:pt x="18279" y="3023"/>
                    </a:cubicBezTo>
                    <a:cubicBezTo>
                      <a:pt x="18568" y="2546"/>
                      <a:pt x="19316" y="2132"/>
                      <a:pt x="19991" y="1736"/>
                    </a:cubicBezTo>
                    <a:cubicBezTo>
                      <a:pt x="20666" y="1339"/>
                      <a:pt x="21267" y="960"/>
                      <a:pt x="21263" y="552"/>
                    </a:cubicBezTo>
                    <a:cubicBezTo>
                      <a:pt x="21263" y="125"/>
                      <a:pt x="20758" y="125"/>
                      <a:pt x="20509" y="125"/>
                    </a:cubicBezTo>
                    <a:cubicBezTo>
                      <a:pt x="18568" y="125"/>
                      <a:pt x="15729" y="1242"/>
                      <a:pt x="15729" y="2321"/>
                    </a:cubicBezTo>
                    <a:cubicBezTo>
                      <a:pt x="15729" y="3437"/>
                      <a:pt x="18279" y="6134"/>
                      <a:pt x="18279" y="7476"/>
                    </a:cubicBezTo>
                    <a:cubicBezTo>
                      <a:pt x="18279" y="7840"/>
                      <a:pt x="18135" y="7965"/>
                      <a:pt x="17902" y="7965"/>
                    </a:cubicBezTo>
                    <a:cubicBezTo>
                      <a:pt x="17197" y="7965"/>
                      <a:pt x="15649" y="6636"/>
                      <a:pt x="14919" y="6636"/>
                    </a:cubicBezTo>
                    <a:cubicBezTo>
                      <a:pt x="14582" y="6636"/>
                      <a:pt x="14461" y="6999"/>
                      <a:pt x="14461" y="7514"/>
                    </a:cubicBezTo>
                    <a:cubicBezTo>
                      <a:pt x="14461" y="9082"/>
                      <a:pt x="15657" y="12042"/>
                      <a:pt x="15657" y="12932"/>
                    </a:cubicBezTo>
                    <a:cubicBezTo>
                      <a:pt x="15657" y="13033"/>
                      <a:pt x="15633" y="13158"/>
                      <a:pt x="15552" y="13158"/>
                    </a:cubicBezTo>
                    <a:cubicBezTo>
                      <a:pt x="15175" y="13158"/>
                      <a:pt x="13403" y="9897"/>
                      <a:pt x="12777" y="9897"/>
                    </a:cubicBezTo>
                    <a:cubicBezTo>
                      <a:pt x="12545" y="9897"/>
                      <a:pt x="12528" y="10386"/>
                      <a:pt x="12528" y="11101"/>
                    </a:cubicBezTo>
                    <a:lnTo>
                      <a:pt x="12528" y="12205"/>
                    </a:lnTo>
                    <a:cubicBezTo>
                      <a:pt x="12528" y="12957"/>
                      <a:pt x="12512" y="13409"/>
                      <a:pt x="12280" y="13409"/>
                    </a:cubicBezTo>
                    <a:cubicBezTo>
                      <a:pt x="11734" y="13409"/>
                      <a:pt x="11486" y="11026"/>
                      <a:pt x="10964" y="11026"/>
                    </a:cubicBezTo>
                    <a:cubicBezTo>
                      <a:pt x="10419" y="11026"/>
                      <a:pt x="10323" y="15266"/>
                      <a:pt x="9801" y="15266"/>
                    </a:cubicBezTo>
                    <a:cubicBezTo>
                      <a:pt x="9192" y="15266"/>
                      <a:pt x="9713" y="10599"/>
                      <a:pt x="9128" y="10599"/>
                    </a:cubicBezTo>
                    <a:cubicBezTo>
                      <a:pt x="8478" y="10599"/>
                      <a:pt x="7748" y="13698"/>
                      <a:pt x="7291" y="13698"/>
                    </a:cubicBezTo>
                    <a:cubicBezTo>
                      <a:pt x="7122" y="13698"/>
                      <a:pt x="7082" y="13434"/>
                      <a:pt x="7082" y="13208"/>
                    </a:cubicBezTo>
                    <a:cubicBezTo>
                      <a:pt x="7082" y="12268"/>
                      <a:pt x="7435" y="10725"/>
                      <a:pt x="7435" y="9822"/>
                    </a:cubicBezTo>
                    <a:cubicBezTo>
                      <a:pt x="7435" y="9357"/>
                      <a:pt x="7355" y="9107"/>
                      <a:pt x="7098" y="9107"/>
                    </a:cubicBezTo>
                    <a:cubicBezTo>
                      <a:pt x="6449" y="9107"/>
                      <a:pt x="5029" y="10737"/>
                      <a:pt x="4492" y="10737"/>
                    </a:cubicBezTo>
                    <a:cubicBezTo>
                      <a:pt x="4411" y="10737"/>
                      <a:pt x="4307" y="10675"/>
                      <a:pt x="4307" y="10537"/>
                    </a:cubicBezTo>
                    <a:cubicBezTo>
                      <a:pt x="4307" y="9759"/>
                      <a:pt x="6577" y="7275"/>
                      <a:pt x="6577" y="6159"/>
                    </a:cubicBezTo>
                    <a:cubicBezTo>
                      <a:pt x="6577" y="5080"/>
                      <a:pt x="3449" y="5808"/>
                      <a:pt x="3441" y="4566"/>
                    </a:cubicBezTo>
                    <a:cubicBezTo>
                      <a:pt x="3441" y="3525"/>
                      <a:pt x="5671" y="2446"/>
                      <a:pt x="5671" y="1367"/>
                    </a:cubicBezTo>
                    <a:cubicBezTo>
                      <a:pt x="5671" y="414"/>
                      <a:pt x="3016" y="0"/>
                      <a:pt x="1997" y="0"/>
                    </a:cubicBezTo>
                    <a:cubicBezTo>
                      <a:pt x="762" y="0"/>
                      <a:pt x="96" y="226"/>
                      <a:pt x="96" y="790"/>
                    </a:cubicBezTo>
                    <a:cubicBezTo>
                      <a:pt x="96" y="1643"/>
                      <a:pt x="2896" y="1894"/>
                      <a:pt x="2896" y="2647"/>
                    </a:cubicBezTo>
                    <a:cubicBezTo>
                      <a:pt x="2896" y="3362"/>
                      <a:pt x="0" y="5293"/>
                      <a:pt x="0" y="6410"/>
                    </a:cubicBezTo>
                    <a:cubicBezTo>
                      <a:pt x="0" y="7388"/>
                      <a:pt x="4091" y="6472"/>
                      <a:pt x="4091" y="7476"/>
                    </a:cubicBezTo>
                    <a:cubicBezTo>
                      <a:pt x="4091" y="8580"/>
                      <a:pt x="529" y="13384"/>
                      <a:pt x="529" y="14990"/>
                    </a:cubicBezTo>
                    <a:cubicBezTo>
                      <a:pt x="529" y="15353"/>
                      <a:pt x="698" y="15516"/>
                      <a:pt x="922" y="15516"/>
                    </a:cubicBezTo>
                    <a:cubicBezTo>
                      <a:pt x="2005" y="15516"/>
                      <a:pt x="4820" y="12280"/>
                      <a:pt x="5599" y="12280"/>
                    </a:cubicBezTo>
                    <a:cubicBezTo>
                      <a:pt x="5871" y="12280"/>
                      <a:pt x="5895" y="12794"/>
                      <a:pt x="5895" y="13259"/>
                    </a:cubicBezTo>
                    <a:cubicBezTo>
                      <a:pt x="5895" y="14111"/>
                      <a:pt x="5711" y="15416"/>
                      <a:pt x="5711" y="16357"/>
                    </a:cubicBezTo>
                    <a:cubicBezTo>
                      <a:pt x="5711" y="17109"/>
                      <a:pt x="5839" y="17624"/>
                      <a:pt x="6256" y="17624"/>
                    </a:cubicBezTo>
                    <a:cubicBezTo>
                      <a:pt x="7026" y="17624"/>
                      <a:pt x="7740" y="15567"/>
                      <a:pt x="8261" y="15567"/>
                    </a:cubicBezTo>
                    <a:cubicBezTo>
                      <a:pt x="8927" y="15567"/>
                      <a:pt x="8534" y="21600"/>
                      <a:pt x="9537" y="21600"/>
                    </a:cubicBezTo>
                    <a:cubicBezTo>
                      <a:pt x="10395" y="21600"/>
                      <a:pt x="10740" y="15065"/>
                      <a:pt x="11285" y="15065"/>
                    </a:cubicBezTo>
                    <a:cubicBezTo>
                      <a:pt x="11831" y="15065"/>
                      <a:pt x="12272" y="16959"/>
                      <a:pt x="12769" y="16959"/>
                    </a:cubicBezTo>
                    <a:cubicBezTo>
                      <a:pt x="13395" y="16959"/>
                      <a:pt x="13098" y="13660"/>
                      <a:pt x="13772" y="13660"/>
                    </a:cubicBezTo>
                    <a:cubicBezTo>
                      <a:pt x="14502" y="13660"/>
                      <a:pt x="16587" y="17574"/>
                      <a:pt x="17533" y="17574"/>
                    </a:cubicBezTo>
                    <a:cubicBezTo>
                      <a:pt x="17822" y="17574"/>
                      <a:pt x="17926" y="17210"/>
                      <a:pt x="17926" y="16758"/>
                    </a:cubicBezTo>
                    <a:cubicBezTo>
                      <a:pt x="17926" y="15027"/>
                      <a:pt x="16378" y="11114"/>
                      <a:pt x="16378" y="9872"/>
                    </a:cubicBezTo>
                    <a:cubicBezTo>
                      <a:pt x="16378" y="9546"/>
                      <a:pt x="16443" y="9445"/>
                      <a:pt x="16667" y="9445"/>
                    </a:cubicBezTo>
                    <a:cubicBezTo>
                      <a:pt x="17485" y="9445"/>
                      <a:pt x="19859" y="11201"/>
                      <a:pt x="20990" y="11201"/>
                    </a:cubicBezTo>
                    <a:cubicBezTo>
                      <a:pt x="21367" y="11201"/>
                      <a:pt x="21600" y="10875"/>
                      <a:pt x="21600" y="10449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6" name="Shape">
                <a:extLst>
                  <a:ext uri="{FF2B5EF4-FFF2-40B4-BE49-F238E27FC236}">
                    <a16:creationId xmlns:a16="http://schemas.microsoft.com/office/drawing/2014/main" id="{9CBA61C9-341E-855E-9463-FA8D3DC5DD1B}"/>
                  </a:ext>
                </a:extLst>
              </p:cNvPr>
              <p:cNvSpPr/>
              <p:nvPr/>
            </p:nvSpPr>
            <p:spPr>
              <a:xfrm>
                <a:off x="4894545" y="1810657"/>
                <a:ext cx="336830" cy="2302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5852"/>
                    </a:moveTo>
                    <a:cubicBezTo>
                      <a:pt x="0" y="10853"/>
                      <a:pt x="11927" y="21600"/>
                      <a:pt x="17455" y="21600"/>
                    </a:cubicBezTo>
                    <a:cubicBezTo>
                      <a:pt x="20655" y="21600"/>
                      <a:pt x="21600" y="15216"/>
                      <a:pt x="21600" y="8619"/>
                    </a:cubicBezTo>
                    <a:cubicBezTo>
                      <a:pt x="21600" y="319"/>
                      <a:pt x="19127" y="0"/>
                      <a:pt x="14182" y="0"/>
                    </a:cubicBezTo>
                    <a:cubicBezTo>
                      <a:pt x="7927" y="0"/>
                      <a:pt x="0" y="2554"/>
                      <a:pt x="0" y="5852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7" name="Line">
                <a:extLst>
                  <a:ext uri="{FF2B5EF4-FFF2-40B4-BE49-F238E27FC236}">
                    <a16:creationId xmlns:a16="http://schemas.microsoft.com/office/drawing/2014/main" id="{F71440B9-AADC-DEFF-DE28-4F6ED90E68B6}"/>
                  </a:ext>
                </a:extLst>
              </p:cNvPr>
              <p:cNvSpPr/>
              <p:nvPr/>
            </p:nvSpPr>
            <p:spPr>
              <a:xfrm>
                <a:off x="2982441" y="1531667"/>
                <a:ext cx="1338247" cy="8800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678" y="1002"/>
                    </a:moveTo>
                    <a:cubicBezTo>
                      <a:pt x="19678" y="557"/>
                      <a:pt x="18250" y="139"/>
                      <a:pt x="16292" y="139"/>
                    </a:cubicBezTo>
                    <a:cubicBezTo>
                      <a:pt x="13198" y="139"/>
                      <a:pt x="13619" y="4064"/>
                      <a:pt x="11239" y="4064"/>
                    </a:cubicBezTo>
                    <a:cubicBezTo>
                      <a:pt x="8768" y="4064"/>
                      <a:pt x="9372" y="0"/>
                      <a:pt x="6242" y="0"/>
                    </a:cubicBezTo>
                    <a:cubicBezTo>
                      <a:pt x="4338" y="0"/>
                      <a:pt x="2581" y="501"/>
                      <a:pt x="2581" y="1169"/>
                    </a:cubicBezTo>
                    <a:cubicBezTo>
                      <a:pt x="2581" y="2032"/>
                      <a:pt x="4814" y="1670"/>
                      <a:pt x="4814" y="4064"/>
                    </a:cubicBezTo>
                    <a:cubicBezTo>
                      <a:pt x="4814" y="6597"/>
                      <a:pt x="0" y="7321"/>
                      <a:pt x="0" y="8852"/>
                    </a:cubicBezTo>
                    <a:cubicBezTo>
                      <a:pt x="0" y="9353"/>
                      <a:pt x="384" y="9575"/>
                      <a:pt x="860" y="9575"/>
                    </a:cubicBezTo>
                    <a:cubicBezTo>
                      <a:pt x="1904" y="9575"/>
                      <a:pt x="3569" y="8852"/>
                      <a:pt x="4759" y="8852"/>
                    </a:cubicBezTo>
                    <a:cubicBezTo>
                      <a:pt x="5418" y="8852"/>
                      <a:pt x="6041" y="9074"/>
                      <a:pt x="6041" y="10021"/>
                    </a:cubicBezTo>
                    <a:cubicBezTo>
                      <a:pt x="6041" y="11830"/>
                      <a:pt x="3478" y="15087"/>
                      <a:pt x="3478" y="16534"/>
                    </a:cubicBezTo>
                    <a:cubicBezTo>
                      <a:pt x="3478" y="16979"/>
                      <a:pt x="3716" y="17119"/>
                      <a:pt x="3954" y="17119"/>
                    </a:cubicBezTo>
                    <a:cubicBezTo>
                      <a:pt x="4906" y="17119"/>
                      <a:pt x="6517" y="13416"/>
                      <a:pt x="8054" y="13416"/>
                    </a:cubicBezTo>
                    <a:cubicBezTo>
                      <a:pt x="10580" y="13416"/>
                      <a:pt x="8915" y="21600"/>
                      <a:pt x="10306" y="21600"/>
                    </a:cubicBezTo>
                    <a:cubicBezTo>
                      <a:pt x="11734" y="21600"/>
                      <a:pt x="11111" y="13556"/>
                      <a:pt x="13161" y="13556"/>
                    </a:cubicBezTo>
                    <a:cubicBezTo>
                      <a:pt x="14827" y="13556"/>
                      <a:pt x="16072" y="19123"/>
                      <a:pt x="17207" y="19123"/>
                    </a:cubicBezTo>
                    <a:cubicBezTo>
                      <a:pt x="17500" y="19123"/>
                      <a:pt x="17738" y="18761"/>
                      <a:pt x="17738" y="18260"/>
                    </a:cubicBezTo>
                    <a:cubicBezTo>
                      <a:pt x="17738" y="16729"/>
                      <a:pt x="16310" y="13639"/>
                      <a:pt x="16310" y="11607"/>
                    </a:cubicBezTo>
                    <a:cubicBezTo>
                      <a:pt x="16310" y="10382"/>
                      <a:pt x="16877" y="9798"/>
                      <a:pt x="17646" y="9798"/>
                    </a:cubicBezTo>
                    <a:cubicBezTo>
                      <a:pt x="18744" y="9798"/>
                      <a:pt x="20209" y="10800"/>
                      <a:pt x="21033" y="10800"/>
                    </a:cubicBezTo>
                    <a:cubicBezTo>
                      <a:pt x="21325" y="10800"/>
                      <a:pt x="21600" y="10661"/>
                      <a:pt x="21600" y="10160"/>
                    </a:cubicBezTo>
                    <a:cubicBezTo>
                      <a:pt x="21600" y="8434"/>
                      <a:pt x="17353" y="6541"/>
                      <a:pt x="17353" y="4314"/>
                    </a:cubicBezTo>
                    <a:cubicBezTo>
                      <a:pt x="17353" y="2060"/>
                      <a:pt x="19678" y="2060"/>
                      <a:pt x="19678" y="1058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8" name="Shape">
                <a:extLst>
                  <a:ext uri="{FF2B5EF4-FFF2-40B4-BE49-F238E27FC236}">
                    <a16:creationId xmlns:a16="http://schemas.microsoft.com/office/drawing/2014/main" id="{3BEE7DA1-2DAB-559B-7014-E32443797B9E}"/>
                  </a:ext>
                </a:extLst>
              </p:cNvPr>
              <p:cNvSpPr/>
              <p:nvPr/>
            </p:nvSpPr>
            <p:spPr>
              <a:xfrm>
                <a:off x="8276451" y="1511253"/>
                <a:ext cx="1485680" cy="13144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818" y="8797"/>
                    </a:moveTo>
                    <a:cubicBezTo>
                      <a:pt x="16818" y="13102"/>
                      <a:pt x="14048" y="16419"/>
                      <a:pt x="9019" y="17332"/>
                    </a:cubicBezTo>
                    <a:cubicBezTo>
                      <a:pt x="9580" y="17388"/>
                      <a:pt x="10091" y="17388"/>
                      <a:pt x="10602" y="17369"/>
                    </a:cubicBezTo>
                    <a:cubicBezTo>
                      <a:pt x="16472" y="17369"/>
                      <a:pt x="18616" y="14350"/>
                      <a:pt x="18616" y="11834"/>
                    </a:cubicBezTo>
                    <a:cubicBezTo>
                      <a:pt x="18616" y="10418"/>
                      <a:pt x="17923" y="9169"/>
                      <a:pt x="16802" y="8778"/>
                    </a:cubicBezTo>
                    <a:moveTo>
                      <a:pt x="9580" y="13698"/>
                    </a:moveTo>
                    <a:cubicBezTo>
                      <a:pt x="9580" y="10250"/>
                      <a:pt x="2292" y="9393"/>
                      <a:pt x="2292" y="8610"/>
                    </a:cubicBezTo>
                    <a:cubicBezTo>
                      <a:pt x="2292" y="7977"/>
                      <a:pt x="6365" y="6914"/>
                      <a:pt x="8459" y="6858"/>
                    </a:cubicBezTo>
                    <a:cubicBezTo>
                      <a:pt x="5243" y="2199"/>
                      <a:pt x="660" y="2702"/>
                      <a:pt x="660" y="1864"/>
                    </a:cubicBezTo>
                    <a:cubicBezTo>
                      <a:pt x="660" y="1379"/>
                      <a:pt x="4089" y="410"/>
                      <a:pt x="7255" y="391"/>
                    </a:cubicBezTo>
                    <a:cubicBezTo>
                      <a:pt x="9910" y="391"/>
                      <a:pt x="12399" y="1062"/>
                      <a:pt x="12399" y="3336"/>
                    </a:cubicBezTo>
                    <a:cubicBezTo>
                      <a:pt x="12399" y="4603"/>
                      <a:pt x="11509" y="5908"/>
                      <a:pt x="11509" y="7846"/>
                    </a:cubicBezTo>
                    <a:cubicBezTo>
                      <a:pt x="11509" y="8908"/>
                      <a:pt x="11987" y="9840"/>
                      <a:pt x="13224" y="9840"/>
                    </a:cubicBezTo>
                    <a:cubicBezTo>
                      <a:pt x="14559" y="9840"/>
                      <a:pt x="14856" y="8237"/>
                      <a:pt x="14856" y="6542"/>
                    </a:cubicBezTo>
                    <a:cubicBezTo>
                      <a:pt x="14856" y="5144"/>
                      <a:pt x="14642" y="4063"/>
                      <a:pt x="14642" y="3392"/>
                    </a:cubicBezTo>
                    <a:cubicBezTo>
                      <a:pt x="14642" y="1360"/>
                      <a:pt x="15878" y="0"/>
                      <a:pt x="17643" y="0"/>
                    </a:cubicBezTo>
                    <a:cubicBezTo>
                      <a:pt x="19110" y="0"/>
                      <a:pt x="19440" y="727"/>
                      <a:pt x="21600" y="727"/>
                    </a:cubicBezTo>
                    <a:cubicBezTo>
                      <a:pt x="20446" y="1510"/>
                      <a:pt x="20017" y="2907"/>
                      <a:pt x="20017" y="3597"/>
                    </a:cubicBezTo>
                    <a:cubicBezTo>
                      <a:pt x="20017" y="5628"/>
                      <a:pt x="21188" y="7045"/>
                      <a:pt x="21188" y="11219"/>
                    </a:cubicBezTo>
                    <a:cubicBezTo>
                      <a:pt x="21188" y="18879"/>
                      <a:pt x="14856" y="21600"/>
                      <a:pt x="7074" y="21600"/>
                    </a:cubicBezTo>
                    <a:cubicBezTo>
                      <a:pt x="4930" y="21600"/>
                      <a:pt x="2655" y="21414"/>
                      <a:pt x="429" y="21022"/>
                    </a:cubicBezTo>
                    <a:cubicBezTo>
                      <a:pt x="82" y="20966"/>
                      <a:pt x="0" y="20873"/>
                      <a:pt x="0" y="20631"/>
                    </a:cubicBezTo>
                    <a:cubicBezTo>
                      <a:pt x="0" y="19997"/>
                      <a:pt x="3050" y="19662"/>
                      <a:pt x="3050" y="16549"/>
                    </a:cubicBezTo>
                    <a:cubicBezTo>
                      <a:pt x="3050" y="15338"/>
                      <a:pt x="2704" y="14183"/>
                      <a:pt x="2704" y="13735"/>
                    </a:cubicBezTo>
                    <a:cubicBezTo>
                      <a:pt x="2704" y="13493"/>
                      <a:pt x="2869" y="13344"/>
                      <a:pt x="3050" y="13344"/>
                    </a:cubicBezTo>
                    <a:cubicBezTo>
                      <a:pt x="3693" y="13344"/>
                      <a:pt x="4980" y="16158"/>
                      <a:pt x="7387" y="16158"/>
                    </a:cubicBezTo>
                    <a:cubicBezTo>
                      <a:pt x="8030" y="16158"/>
                      <a:pt x="9613" y="15916"/>
                      <a:pt x="9613" y="13679"/>
                    </a:cubicBezTo>
                    <a:moveTo>
                      <a:pt x="16555" y="2963"/>
                    </a:moveTo>
                    <a:cubicBezTo>
                      <a:pt x="16555" y="3634"/>
                      <a:pt x="17033" y="4175"/>
                      <a:pt x="17626" y="4175"/>
                    </a:cubicBezTo>
                    <a:cubicBezTo>
                      <a:pt x="18220" y="4175"/>
                      <a:pt x="18698" y="3634"/>
                      <a:pt x="18698" y="2963"/>
                    </a:cubicBezTo>
                    <a:cubicBezTo>
                      <a:pt x="18698" y="2292"/>
                      <a:pt x="18220" y="1752"/>
                      <a:pt x="17626" y="1752"/>
                    </a:cubicBezTo>
                    <a:cubicBezTo>
                      <a:pt x="17033" y="1752"/>
                      <a:pt x="16555" y="2292"/>
                      <a:pt x="16555" y="2963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49" name="Shape">
                <a:extLst>
                  <a:ext uri="{FF2B5EF4-FFF2-40B4-BE49-F238E27FC236}">
                    <a16:creationId xmlns:a16="http://schemas.microsoft.com/office/drawing/2014/main" id="{12FC5DF7-33B6-E30C-8E53-F5194F3BDDF8}"/>
                  </a:ext>
                </a:extLst>
              </p:cNvPr>
              <p:cNvSpPr/>
              <p:nvPr/>
            </p:nvSpPr>
            <p:spPr>
              <a:xfrm>
                <a:off x="7954365" y="3790808"/>
                <a:ext cx="1831583" cy="24451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164" y="5550"/>
                    </a:moveTo>
                    <a:cubicBezTo>
                      <a:pt x="14164" y="4999"/>
                      <a:pt x="12318" y="4949"/>
                      <a:pt x="12144" y="3416"/>
                    </a:cubicBezTo>
                    <a:cubicBezTo>
                      <a:pt x="12104" y="3186"/>
                      <a:pt x="12010" y="2765"/>
                      <a:pt x="11623" y="2765"/>
                    </a:cubicBezTo>
                    <a:cubicBezTo>
                      <a:pt x="10994" y="2765"/>
                      <a:pt x="11489" y="4198"/>
                      <a:pt x="10793" y="4198"/>
                    </a:cubicBezTo>
                    <a:cubicBezTo>
                      <a:pt x="9188" y="4198"/>
                      <a:pt x="8667" y="1853"/>
                      <a:pt x="8078" y="1853"/>
                    </a:cubicBezTo>
                    <a:cubicBezTo>
                      <a:pt x="7945" y="1853"/>
                      <a:pt x="7771" y="1934"/>
                      <a:pt x="7771" y="2244"/>
                    </a:cubicBezTo>
                    <a:cubicBezTo>
                      <a:pt x="7771" y="2535"/>
                      <a:pt x="7838" y="2715"/>
                      <a:pt x="7838" y="3056"/>
                    </a:cubicBezTo>
                    <a:cubicBezTo>
                      <a:pt x="7838" y="3396"/>
                      <a:pt x="7731" y="3627"/>
                      <a:pt x="7316" y="3627"/>
                    </a:cubicBezTo>
                    <a:cubicBezTo>
                      <a:pt x="6380" y="3627"/>
                      <a:pt x="5537" y="1984"/>
                      <a:pt x="4735" y="1984"/>
                    </a:cubicBezTo>
                    <a:cubicBezTo>
                      <a:pt x="4561" y="1984"/>
                      <a:pt x="4387" y="2064"/>
                      <a:pt x="4387" y="2194"/>
                    </a:cubicBezTo>
                    <a:cubicBezTo>
                      <a:pt x="4387" y="2505"/>
                      <a:pt x="5082" y="3076"/>
                      <a:pt x="5082" y="3366"/>
                    </a:cubicBezTo>
                    <a:cubicBezTo>
                      <a:pt x="5082" y="3987"/>
                      <a:pt x="2822" y="3657"/>
                      <a:pt x="2822" y="4178"/>
                    </a:cubicBezTo>
                    <a:cubicBezTo>
                      <a:pt x="2822" y="4408"/>
                      <a:pt x="3130" y="4488"/>
                      <a:pt x="3558" y="4488"/>
                    </a:cubicBezTo>
                    <a:cubicBezTo>
                      <a:pt x="4293" y="4488"/>
                      <a:pt x="5443" y="4258"/>
                      <a:pt x="6032" y="4258"/>
                    </a:cubicBezTo>
                    <a:cubicBezTo>
                      <a:pt x="6380" y="4258"/>
                      <a:pt x="6901" y="4308"/>
                      <a:pt x="6901" y="4649"/>
                    </a:cubicBezTo>
                    <a:cubicBezTo>
                      <a:pt x="6901" y="5009"/>
                      <a:pt x="5644" y="5480"/>
                      <a:pt x="5644" y="5821"/>
                    </a:cubicBezTo>
                    <a:cubicBezTo>
                      <a:pt x="5644" y="5981"/>
                      <a:pt x="5858" y="6051"/>
                      <a:pt x="6032" y="6051"/>
                    </a:cubicBezTo>
                    <a:cubicBezTo>
                      <a:pt x="6968" y="6051"/>
                      <a:pt x="8640" y="4829"/>
                      <a:pt x="9817" y="4829"/>
                    </a:cubicBezTo>
                    <a:cubicBezTo>
                      <a:pt x="10031" y="4829"/>
                      <a:pt x="10553" y="4909"/>
                      <a:pt x="10553" y="5140"/>
                    </a:cubicBezTo>
                    <a:cubicBezTo>
                      <a:pt x="10553" y="5480"/>
                      <a:pt x="9376" y="6081"/>
                      <a:pt x="9376" y="6572"/>
                    </a:cubicBezTo>
                    <a:cubicBezTo>
                      <a:pt x="9376" y="6702"/>
                      <a:pt x="9483" y="6863"/>
                      <a:pt x="9683" y="6863"/>
                    </a:cubicBezTo>
                    <a:cubicBezTo>
                      <a:pt x="10312" y="6863"/>
                      <a:pt x="11141" y="5640"/>
                      <a:pt x="12331" y="5640"/>
                    </a:cubicBezTo>
                    <a:cubicBezTo>
                      <a:pt x="12786" y="5640"/>
                      <a:pt x="13441" y="5771"/>
                      <a:pt x="13789" y="5771"/>
                    </a:cubicBezTo>
                    <a:cubicBezTo>
                      <a:pt x="14070" y="5771"/>
                      <a:pt x="14177" y="5640"/>
                      <a:pt x="14177" y="5560"/>
                    </a:cubicBezTo>
                    <a:moveTo>
                      <a:pt x="15087" y="18194"/>
                    </a:moveTo>
                    <a:cubicBezTo>
                      <a:pt x="15648" y="16891"/>
                      <a:pt x="16344" y="15980"/>
                      <a:pt x="17481" y="14567"/>
                    </a:cubicBezTo>
                    <a:cubicBezTo>
                      <a:pt x="16344" y="14126"/>
                      <a:pt x="13308" y="13184"/>
                      <a:pt x="13308" y="11652"/>
                    </a:cubicBezTo>
                    <a:cubicBezTo>
                      <a:pt x="13308" y="9848"/>
                      <a:pt x="16304" y="8446"/>
                      <a:pt x="16919" y="8446"/>
                    </a:cubicBezTo>
                    <a:cubicBezTo>
                      <a:pt x="17200" y="8446"/>
                      <a:pt x="17267" y="8626"/>
                      <a:pt x="17267" y="8967"/>
                    </a:cubicBezTo>
                    <a:cubicBezTo>
                      <a:pt x="17267" y="9908"/>
                      <a:pt x="16678" y="11421"/>
                      <a:pt x="16678" y="12223"/>
                    </a:cubicBezTo>
                    <a:cubicBezTo>
                      <a:pt x="16678" y="12954"/>
                      <a:pt x="17307" y="13655"/>
                      <a:pt x="17868" y="13655"/>
                    </a:cubicBezTo>
                    <a:cubicBezTo>
                      <a:pt x="18457" y="13655"/>
                      <a:pt x="20102" y="12092"/>
                      <a:pt x="20089" y="10550"/>
                    </a:cubicBezTo>
                    <a:cubicBezTo>
                      <a:pt x="20089" y="7784"/>
                      <a:pt x="16852" y="6953"/>
                      <a:pt x="15849" y="6953"/>
                    </a:cubicBezTo>
                    <a:cubicBezTo>
                      <a:pt x="14913" y="6953"/>
                      <a:pt x="13201" y="8105"/>
                      <a:pt x="9202" y="8105"/>
                    </a:cubicBezTo>
                    <a:cubicBezTo>
                      <a:pt x="1725" y="8105"/>
                      <a:pt x="13" y="2565"/>
                      <a:pt x="0" y="130"/>
                    </a:cubicBezTo>
                    <a:cubicBezTo>
                      <a:pt x="0" y="30"/>
                      <a:pt x="40" y="0"/>
                      <a:pt x="67" y="0"/>
                    </a:cubicBezTo>
                    <a:cubicBezTo>
                      <a:pt x="241" y="0"/>
                      <a:pt x="976" y="681"/>
                      <a:pt x="3344" y="681"/>
                    </a:cubicBezTo>
                    <a:cubicBezTo>
                      <a:pt x="4561" y="681"/>
                      <a:pt x="5671" y="441"/>
                      <a:pt x="7450" y="441"/>
                    </a:cubicBezTo>
                    <a:cubicBezTo>
                      <a:pt x="11623" y="441"/>
                      <a:pt x="13468" y="2605"/>
                      <a:pt x="16050" y="5360"/>
                    </a:cubicBezTo>
                    <a:cubicBezTo>
                      <a:pt x="17614" y="6091"/>
                      <a:pt x="21333" y="7263"/>
                      <a:pt x="21346" y="10570"/>
                    </a:cubicBezTo>
                    <a:cubicBezTo>
                      <a:pt x="21346" y="13485"/>
                      <a:pt x="17200" y="15108"/>
                      <a:pt x="16210" y="18234"/>
                    </a:cubicBezTo>
                    <a:cubicBezTo>
                      <a:pt x="17802" y="18104"/>
                      <a:pt x="18738" y="15960"/>
                      <a:pt x="20383" y="15960"/>
                    </a:cubicBezTo>
                    <a:cubicBezTo>
                      <a:pt x="21226" y="15960"/>
                      <a:pt x="21600" y="16450"/>
                      <a:pt x="21600" y="17242"/>
                    </a:cubicBezTo>
                    <a:cubicBezTo>
                      <a:pt x="21600" y="18384"/>
                      <a:pt x="20731" y="20107"/>
                      <a:pt x="19059" y="21179"/>
                    </a:cubicBezTo>
                    <a:cubicBezTo>
                      <a:pt x="19099" y="21079"/>
                      <a:pt x="19099" y="20949"/>
                      <a:pt x="19099" y="20788"/>
                    </a:cubicBezTo>
                    <a:cubicBezTo>
                      <a:pt x="19099" y="20057"/>
                      <a:pt x="18711" y="19015"/>
                      <a:pt x="17601" y="19015"/>
                    </a:cubicBezTo>
                    <a:cubicBezTo>
                      <a:pt x="15862" y="19015"/>
                      <a:pt x="15314" y="20428"/>
                      <a:pt x="14338" y="21600"/>
                    </a:cubicBezTo>
                    <a:cubicBezTo>
                      <a:pt x="13321" y="18945"/>
                      <a:pt x="11957" y="16541"/>
                      <a:pt x="9523" y="15088"/>
                    </a:cubicBezTo>
                    <a:cubicBezTo>
                      <a:pt x="7062" y="13605"/>
                      <a:pt x="2809" y="14417"/>
                      <a:pt x="2809" y="11702"/>
                    </a:cubicBezTo>
                    <a:cubicBezTo>
                      <a:pt x="2809" y="10970"/>
                      <a:pt x="3437" y="9928"/>
                      <a:pt x="3437" y="9097"/>
                    </a:cubicBezTo>
                    <a:cubicBezTo>
                      <a:pt x="3437" y="8806"/>
                      <a:pt x="3370" y="8546"/>
                      <a:pt x="3156" y="8345"/>
                    </a:cubicBezTo>
                    <a:cubicBezTo>
                      <a:pt x="6500" y="9287"/>
                      <a:pt x="5323" y="10950"/>
                      <a:pt x="7383" y="12673"/>
                    </a:cubicBezTo>
                    <a:cubicBezTo>
                      <a:pt x="8667" y="13765"/>
                      <a:pt x="12211" y="14807"/>
                      <a:pt x="14271" y="19316"/>
                    </a:cubicBezTo>
                    <a:cubicBezTo>
                      <a:pt x="14311" y="19186"/>
                      <a:pt x="14338" y="18845"/>
                      <a:pt x="14338" y="18614"/>
                    </a:cubicBezTo>
                    <a:cubicBezTo>
                      <a:pt x="14338" y="14757"/>
                      <a:pt x="7517" y="10980"/>
                      <a:pt x="6915" y="9417"/>
                    </a:cubicBezTo>
                    <a:cubicBezTo>
                      <a:pt x="10874" y="9758"/>
                      <a:pt x="11569" y="10479"/>
                      <a:pt x="13455" y="14397"/>
                    </a:cubicBezTo>
                    <a:cubicBezTo>
                      <a:pt x="13843" y="15208"/>
                      <a:pt x="15100" y="17212"/>
                      <a:pt x="15100" y="18204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50" name="Shape">
                <a:extLst>
                  <a:ext uri="{FF2B5EF4-FFF2-40B4-BE49-F238E27FC236}">
                    <a16:creationId xmlns:a16="http://schemas.microsoft.com/office/drawing/2014/main" id="{87B528DA-FB53-B98B-7BA7-3D0B410AC9BE}"/>
                  </a:ext>
                </a:extLst>
              </p:cNvPr>
              <p:cNvSpPr/>
              <p:nvPr/>
            </p:nvSpPr>
            <p:spPr>
              <a:xfrm>
                <a:off x="6620656" y="1505583"/>
                <a:ext cx="1706831" cy="13892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601" y="19026"/>
                    </a:moveTo>
                    <a:cubicBezTo>
                      <a:pt x="9989" y="19026"/>
                      <a:pt x="8267" y="17421"/>
                      <a:pt x="8267" y="16592"/>
                    </a:cubicBezTo>
                    <a:cubicBezTo>
                      <a:pt x="8267" y="16187"/>
                      <a:pt x="8496" y="15905"/>
                      <a:pt x="8784" y="15905"/>
                    </a:cubicBezTo>
                    <a:cubicBezTo>
                      <a:pt x="9602" y="15905"/>
                      <a:pt x="11396" y="17456"/>
                      <a:pt x="11998" y="17456"/>
                    </a:cubicBezTo>
                    <a:cubicBezTo>
                      <a:pt x="12142" y="17456"/>
                      <a:pt x="12257" y="17368"/>
                      <a:pt x="12257" y="17086"/>
                    </a:cubicBezTo>
                    <a:cubicBezTo>
                      <a:pt x="12257" y="16257"/>
                      <a:pt x="11625" y="14882"/>
                      <a:pt x="11625" y="14194"/>
                    </a:cubicBezTo>
                    <a:cubicBezTo>
                      <a:pt x="11625" y="14018"/>
                      <a:pt x="11740" y="13877"/>
                      <a:pt x="11955" y="13877"/>
                    </a:cubicBezTo>
                    <a:cubicBezTo>
                      <a:pt x="12960" y="13877"/>
                      <a:pt x="14453" y="14388"/>
                      <a:pt x="15242" y="14371"/>
                    </a:cubicBezTo>
                    <a:cubicBezTo>
                      <a:pt x="15500" y="14371"/>
                      <a:pt x="15572" y="14194"/>
                      <a:pt x="15572" y="14000"/>
                    </a:cubicBezTo>
                    <a:cubicBezTo>
                      <a:pt x="15572" y="12995"/>
                      <a:pt x="13147" y="11020"/>
                      <a:pt x="13147" y="10421"/>
                    </a:cubicBezTo>
                    <a:cubicBezTo>
                      <a:pt x="13147" y="9874"/>
                      <a:pt x="16161" y="9046"/>
                      <a:pt x="16161" y="8164"/>
                    </a:cubicBezTo>
                    <a:cubicBezTo>
                      <a:pt x="16161" y="7247"/>
                      <a:pt x="12056" y="7899"/>
                      <a:pt x="12056" y="7018"/>
                    </a:cubicBezTo>
                    <a:cubicBezTo>
                      <a:pt x="12056" y="6383"/>
                      <a:pt x="12845" y="5272"/>
                      <a:pt x="12845" y="4761"/>
                    </a:cubicBezTo>
                    <a:cubicBezTo>
                      <a:pt x="12845" y="4532"/>
                      <a:pt x="12702" y="4443"/>
                      <a:pt x="12429" y="4443"/>
                    </a:cubicBezTo>
                    <a:cubicBezTo>
                      <a:pt x="12099" y="4443"/>
                      <a:pt x="10305" y="5325"/>
                      <a:pt x="9544" y="5325"/>
                    </a:cubicBezTo>
                    <a:cubicBezTo>
                      <a:pt x="9171" y="5325"/>
                      <a:pt x="8726" y="5237"/>
                      <a:pt x="8726" y="4584"/>
                    </a:cubicBezTo>
                    <a:cubicBezTo>
                      <a:pt x="8726" y="3527"/>
                      <a:pt x="10176" y="2380"/>
                      <a:pt x="12458" y="2380"/>
                    </a:cubicBezTo>
                    <a:cubicBezTo>
                      <a:pt x="16146" y="2380"/>
                      <a:pt x="18356" y="5501"/>
                      <a:pt x="18356" y="10721"/>
                    </a:cubicBezTo>
                    <a:cubicBezTo>
                      <a:pt x="18356" y="17333"/>
                      <a:pt x="14596" y="18990"/>
                      <a:pt x="12572" y="18990"/>
                    </a:cubicBezTo>
                    <a:moveTo>
                      <a:pt x="5310" y="10315"/>
                    </a:moveTo>
                    <a:cubicBezTo>
                      <a:pt x="5310" y="9804"/>
                      <a:pt x="3846" y="8852"/>
                      <a:pt x="3846" y="8305"/>
                    </a:cubicBezTo>
                    <a:cubicBezTo>
                      <a:pt x="3846" y="8217"/>
                      <a:pt x="3918" y="8164"/>
                      <a:pt x="4033" y="8164"/>
                    </a:cubicBezTo>
                    <a:cubicBezTo>
                      <a:pt x="4449" y="8164"/>
                      <a:pt x="5152" y="8340"/>
                      <a:pt x="5712" y="8340"/>
                    </a:cubicBezTo>
                    <a:cubicBezTo>
                      <a:pt x="6200" y="8340"/>
                      <a:pt x="6272" y="5766"/>
                      <a:pt x="6631" y="5766"/>
                    </a:cubicBezTo>
                    <a:cubicBezTo>
                      <a:pt x="6889" y="5766"/>
                      <a:pt x="7334" y="8199"/>
                      <a:pt x="7750" y="8199"/>
                    </a:cubicBezTo>
                    <a:cubicBezTo>
                      <a:pt x="8238" y="8199"/>
                      <a:pt x="9128" y="7512"/>
                      <a:pt x="9501" y="7512"/>
                    </a:cubicBezTo>
                    <a:cubicBezTo>
                      <a:pt x="9573" y="7512"/>
                      <a:pt x="9645" y="7564"/>
                      <a:pt x="9645" y="7653"/>
                    </a:cubicBezTo>
                    <a:cubicBezTo>
                      <a:pt x="9645" y="7970"/>
                      <a:pt x="8712" y="9204"/>
                      <a:pt x="8712" y="9575"/>
                    </a:cubicBezTo>
                    <a:cubicBezTo>
                      <a:pt x="8712" y="9980"/>
                      <a:pt x="10807" y="10491"/>
                      <a:pt x="10807" y="10862"/>
                    </a:cubicBezTo>
                    <a:cubicBezTo>
                      <a:pt x="10807" y="11320"/>
                      <a:pt x="8683" y="11285"/>
                      <a:pt x="8683" y="11690"/>
                    </a:cubicBezTo>
                    <a:cubicBezTo>
                      <a:pt x="8683" y="12008"/>
                      <a:pt x="9472" y="13295"/>
                      <a:pt x="9472" y="13701"/>
                    </a:cubicBezTo>
                    <a:cubicBezTo>
                      <a:pt x="9472" y="13789"/>
                      <a:pt x="9429" y="13842"/>
                      <a:pt x="9358" y="13842"/>
                    </a:cubicBezTo>
                    <a:cubicBezTo>
                      <a:pt x="9056" y="13842"/>
                      <a:pt x="7894" y="13207"/>
                      <a:pt x="7564" y="13207"/>
                    </a:cubicBezTo>
                    <a:cubicBezTo>
                      <a:pt x="7147" y="13207"/>
                      <a:pt x="6487" y="15094"/>
                      <a:pt x="6157" y="15094"/>
                    </a:cubicBezTo>
                    <a:cubicBezTo>
                      <a:pt x="6042" y="15094"/>
                      <a:pt x="5970" y="14917"/>
                      <a:pt x="5970" y="14688"/>
                    </a:cubicBezTo>
                    <a:lnTo>
                      <a:pt x="5899" y="12854"/>
                    </a:lnTo>
                    <a:cubicBezTo>
                      <a:pt x="5899" y="12678"/>
                      <a:pt x="5827" y="12484"/>
                      <a:pt x="5640" y="12484"/>
                    </a:cubicBezTo>
                    <a:cubicBezTo>
                      <a:pt x="5195" y="12484"/>
                      <a:pt x="4334" y="12431"/>
                      <a:pt x="4062" y="12431"/>
                    </a:cubicBezTo>
                    <a:cubicBezTo>
                      <a:pt x="3875" y="12431"/>
                      <a:pt x="3803" y="12378"/>
                      <a:pt x="3803" y="12290"/>
                    </a:cubicBezTo>
                    <a:cubicBezTo>
                      <a:pt x="3803" y="11920"/>
                      <a:pt x="5296" y="10632"/>
                      <a:pt x="5296" y="10315"/>
                    </a:cubicBezTo>
                    <a:moveTo>
                      <a:pt x="4234" y="17844"/>
                    </a:moveTo>
                    <a:cubicBezTo>
                      <a:pt x="4837" y="17844"/>
                      <a:pt x="4951" y="19643"/>
                      <a:pt x="5066" y="20683"/>
                    </a:cubicBezTo>
                    <a:cubicBezTo>
                      <a:pt x="5138" y="21230"/>
                      <a:pt x="5210" y="21283"/>
                      <a:pt x="5396" y="21283"/>
                    </a:cubicBezTo>
                    <a:cubicBezTo>
                      <a:pt x="5841" y="21283"/>
                      <a:pt x="6545" y="19167"/>
                      <a:pt x="7033" y="19167"/>
                    </a:cubicBezTo>
                    <a:cubicBezTo>
                      <a:pt x="7736" y="19167"/>
                      <a:pt x="9645" y="21600"/>
                      <a:pt x="12831" y="21600"/>
                    </a:cubicBezTo>
                    <a:cubicBezTo>
                      <a:pt x="17352" y="21600"/>
                      <a:pt x="21600" y="17686"/>
                      <a:pt x="21600" y="10809"/>
                    </a:cubicBezTo>
                    <a:cubicBezTo>
                      <a:pt x="21600" y="4161"/>
                      <a:pt x="17782" y="264"/>
                      <a:pt x="12515" y="264"/>
                    </a:cubicBezTo>
                    <a:cubicBezTo>
                      <a:pt x="10018" y="264"/>
                      <a:pt x="8181" y="1781"/>
                      <a:pt x="7205" y="1781"/>
                    </a:cubicBezTo>
                    <a:cubicBezTo>
                      <a:pt x="6616" y="1834"/>
                      <a:pt x="5712" y="0"/>
                      <a:pt x="5267" y="0"/>
                    </a:cubicBezTo>
                    <a:cubicBezTo>
                      <a:pt x="5081" y="0"/>
                      <a:pt x="4894" y="458"/>
                      <a:pt x="4894" y="1234"/>
                    </a:cubicBezTo>
                    <a:cubicBezTo>
                      <a:pt x="4894" y="1746"/>
                      <a:pt x="4894" y="3350"/>
                      <a:pt x="4449" y="3350"/>
                    </a:cubicBezTo>
                    <a:cubicBezTo>
                      <a:pt x="3545" y="3350"/>
                      <a:pt x="72" y="194"/>
                      <a:pt x="72" y="1340"/>
                    </a:cubicBezTo>
                    <a:cubicBezTo>
                      <a:pt x="72" y="2398"/>
                      <a:pt x="2397" y="5607"/>
                      <a:pt x="2397" y="6436"/>
                    </a:cubicBezTo>
                    <a:cubicBezTo>
                      <a:pt x="2397" y="7265"/>
                      <a:pt x="115" y="8040"/>
                      <a:pt x="115" y="8587"/>
                    </a:cubicBezTo>
                    <a:cubicBezTo>
                      <a:pt x="115" y="9592"/>
                      <a:pt x="2540" y="9768"/>
                      <a:pt x="2540" y="11056"/>
                    </a:cubicBezTo>
                    <a:cubicBezTo>
                      <a:pt x="2540" y="12343"/>
                      <a:pt x="0" y="13348"/>
                      <a:pt x="0" y="14318"/>
                    </a:cubicBezTo>
                    <a:cubicBezTo>
                      <a:pt x="0" y="15094"/>
                      <a:pt x="2540" y="14547"/>
                      <a:pt x="2540" y="15499"/>
                    </a:cubicBezTo>
                    <a:cubicBezTo>
                      <a:pt x="2540" y="16469"/>
                      <a:pt x="675" y="19678"/>
                      <a:pt x="675" y="20595"/>
                    </a:cubicBezTo>
                    <a:cubicBezTo>
                      <a:pt x="675" y="20824"/>
                      <a:pt x="718" y="20824"/>
                      <a:pt x="861" y="20824"/>
                    </a:cubicBezTo>
                    <a:cubicBezTo>
                      <a:pt x="1564" y="20824"/>
                      <a:pt x="3703" y="17844"/>
                      <a:pt x="4220" y="17844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51" name="Line">
                <a:extLst>
                  <a:ext uri="{FF2B5EF4-FFF2-40B4-BE49-F238E27FC236}">
                    <a16:creationId xmlns:a16="http://schemas.microsoft.com/office/drawing/2014/main" id="{9916135A-F5A4-7515-B553-899289A43A1F}"/>
                  </a:ext>
                </a:extLst>
              </p:cNvPr>
              <p:cNvSpPr/>
              <p:nvPr/>
            </p:nvSpPr>
            <p:spPr>
              <a:xfrm>
                <a:off x="4682467" y="7619551"/>
                <a:ext cx="1249786" cy="9288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269" y="5037"/>
                    </a:moveTo>
                    <a:cubicBezTo>
                      <a:pt x="16269" y="5644"/>
                      <a:pt x="16112" y="6356"/>
                      <a:pt x="15700" y="7042"/>
                    </a:cubicBezTo>
                    <a:cubicBezTo>
                      <a:pt x="15132" y="5670"/>
                      <a:pt x="13564" y="4985"/>
                      <a:pt x="12838" y="4985"/>
                    </a:cubicBezTo>
                    <a:cubicBezTo>
                      <a:pt x="7585" y="4985"/>
                      <a:pt x="9585" y="15218"/>
                      <a:pt x="3979" y="15218"/>
                    </a:cubicBezTo>
                    <a:cubicBezTo>
                      <a:pt x="1627" y="15218"/>
                      <a:pt x="1431" y="14796"/>
                      <a:pt x="568" y="14822"/>
                    </a:cubicBezTo>
                    <a:cubicBezTo>
                      <a:pt x="216" y="14822"/>
                      <a:pt x="0" y="15033"/>
                      <a:pt x="0" y="15429"/>
                    </a:cubicBezTo>
                    <a:cubicBezTo>
                      <a:pt x="0" y="17222"/>
                      <a:pt x="1901" y="21600"/>
                      <a:pt x="7135" y="21600"/>
                    </a:cubicBezTo>
                    <a:cubicBezTo>
                      <a:pt x="12388" y="21600"/>
                      <a:pt x="17445" y="17275"/>
                      <a:pt x="17425" y="11921"/>
                    </a:cubicBezTo>
                    <a:cubicBezTo>
                      <a:pt x="17425" y="11024"/>
                      <a:pt x="17268" y="10075"/>
                      <a:pt x="16955" y="9125"/>
                    </a:cubicBezTo>
                    <a:cubicBezTo>
                      <a:pt x="17151" y="8703"/>
                      <a:pt x="17660" y="8440"/>
                      <a:pt x="18131" y="8440"/>
                    </a:cubicBezTo>
                    <a:cubicBezTo>
                      <a:pt x="18954" y="8440"/>
                      <a:pt x="19405" y="9679"/>
                      <a:pt x="20169" y="9679"/>
                    </a:cubicBezTo>
                    <a:cubicBezTo>
                      <a:pt x="20992" y="9679"/>
                      <a:pt x="21600" y="8862"/>
                      <a:pt x="21600" y="7754"/>
                    </a:cubicBezTo>
                    <a:cubicBezTo>
                      <a:pt x="21600" y="6857"/>
                      <a:pt x="21247" y="6251"/>
                      <a:pt x="20620" y="5829"/>
                    </a:cubicBezTo>
                    <a:cubicBezTo>
                      <a:pt x="21032" y="5407"/>
                      <a:pt x="21326" y="4721"/>
                      <a:pt x="21326" y="3982"/>
                    </a:cubicBezTo>
                    <a:cubicBezTo>
                      <a:pt x="21326" y="2822"/>
                      <a:pt x="20718" y="1714"/>
                      <a:pt x="19699" y="1714"/>
                    </a:cubicBezTo>
                    <a:cubicBezTo>
                      <a:pt x="19248" y="1714"/>
                      <a:pt x="18934" y="1925"/>
                      <a:pt x="18581" y="2400"/>
                    </a:cubicBezTo>
                    <a:cubicBezTo>
                      <a:pt x="18483" y="1160"/>
                      <a:pt x="17974" y="0"/>
                      <a:pt x="16994" y="0"/>
                    </a:cubicBezTo>
                    <a:cubicBezTo>
                      <a:pt x="16229" y="0"/>
                      <a:pt x="15661" y="765"/>
                      <a:pt x="15661" y="1925"/>
                    </a:cubicBezTo>
                    <a:cubicBezTo>
                      <a:pt x="15661" y="3007"/>
                      <a:pt x="16229" y="3903"/>
                      <a:pt x="16229" y="5064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52" name="Shape">
                <a:extLst>
                  <a:ext uri="{FF2B5EF4-FFF2-40B4-BE49-F238E27FC236}">
                    <a16:creationId xmlns:a16="http://schemas.microsoft.com/office/drawing/2014/main" id="{688843E6-8523-6CBE-72D3-88577860257A}"/>
                  </a:ext>
                </a:extLst>
              </p:cNvPr>
              <p:cNvSpPr/>
              <p:nvPr/>
            </p:nvSpPr>
            <p:spPr>
              <a:xfrm>
                <a:off x="3789917" y="7016207"/>
                <a:ext cx="1239587" cy="10842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0" h="21578" extrusionOk="0">
                    <a:moveTo>
                      <a:pt x="3751" y="5417"/>
                    </a:moveTo>
                    <a:cubicBezTo>
                      <a:pt x="7858" y="6591"/>
                      <a:pt x="9911" y="9096"/>
                      <a:pt x="10326" y="12098"/>
                    </a:cubicBezTo>
                    <a:cubicBezTo>
                      <a:pt x="10741" y="14964"/>
                      <a:pt x="11254" y="17312"/>
                      <a:pt x="12221" y="18485"/>
                    </a:cubicBezTo>
                    <a:cubicBezTo>
                      <a:pt x="13505" y="20133"/>
                      <a:pt x="16032" y="21600"/>
                      <a:pt x="18243" y="21577"/>
                    </a:cubicBezTo>
                    <a:cubicBezTo>
                      <a:pt x="20099" y="21577"/>
                      <a:pt x="21580" y="20878"/>
                      <a:pt x="21580" y="18937"/>
                    </a:cubicBezTo>
                    <a:cubicBezTo>
                      <a:pt x="21580" y="16815"/>
                      <a:pt x="19053" y="12075"/>
                      <a:pt x="15361" y="12075"/>
                    </a:cubicBezTo>
                    <a:cubicBezTo>
                      <a:pt x="15005" y="12075"/>
                      <a:pt x="14531" y="12143"/>
                      <a:pt x="14018" y="12143"/>
                    </a:cubicBezTo>
                    <a:cubicBezTo>
                      <a:pt x="13564" y="12143"/>
                      <a:pt x="12893" y="12030"/>
                      <a:pt x="12478" y="11624"/>
                    </a:cubicBezTo>
                    <a:cubicBezTo>
                      <a:pt x="11649" y="10811"/>
                      <a:pt x="11392" y="6387"/>
                      <a:pt x="9852" y="3747"/>
                    </a:cubicBezTo>
                    <a:cubicBezTo>
                      <a:pt x="8154" y="813"/>
                      <a:pt x="6298" y="0"/>
                      <a:pt x="3791" y="0"/>
                    </a:cubicBezTo>
                    <a:cubicBezTo>
                      <a:pt x="1994" y="0"/>
                      <a:pt x="-20" y="1129"/>
                      <a:pt x="0" y="2754"/>
                    </a:cubicBezTo>
                    <a:cubicBezTo>
                      <a:pt x="0" y="3747"/>
                      <a:pt x="454" y="4446"/>
                      <a:pt x="3751" y="5394"/>
                    </a:cubicBezTo>
                    <a:moveTo>
                      <a:pt x="18105" y="18553"/>
                    </a:moveTo>
                    <a:cubicBezTo>
                      <a:pt x="16565" y="18553"/>
                      <a:pt x="14255" y="16680"/>
                      <a:pt x="14255" y="15619"/>
                    </a:cubicBezTo>
                    <a:cubicBezTo>
                      <a:pt x="14255" y="14739"/>
                      <a:pt x="14966" y="14265"/>
                      <a:pt x="15538" y="14265"/>
                    </a:cubicBezTo>
                    <a:cubicBezTo>
                      <a:pt x="16822" y="14265"/>
                      <a:pt x="19132" y="16093"/>
                      <a:pt x="19132" y="17605"/>
                    </a:cubicBezTo>
                    <a:cubicBezTo>
                      <a:pt x="19132" y="18011"/>
                      <a:pt x="18875" y="18553"/>
                      <a:pt x="18105" y="18553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53" name="Shape">
                <a:extLst>
                  <a:ext uri="{FF2B5EF4-FFF2-40B4-BE49-F238E27FC236}">
                    <a16:creationId xmlns:a16="http://schemas.microsoft.com/office/drawing/2014/main" id="{D5A43FC0-9315-9CBA-8226-116FEF4A90C6}"/>
                  </a:ext>
                </a:extLst>
              </p:cNvPr>
              <p:cNvSpPr/>
              <p:nvPr/>
            </p:nvSpPr>
            <p:spPr>
              <a:xfrm>
                <a:off x="4546374" y="4971413"/>
                <a:ext cx="756451" cy="19620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59" y="7479"/>
                    </a:moveTo>
                    <a:cubicBezTo>
                      <a:pt x="259" y="5394"/>
                      <a:pt x="13051" y="4295"/>
                      <a:pt x="13051" y="1723"/>
                    </a:cubicBezTo>
                    <a:cubicBezTo>
                      <a:pt x="13051" y="1298"/>
                      <a:pt x="12630" y="549"/>
                      <a:pt x="11852" y="0"/>
                    </a:cubicBezTo>
                    <a:cubicBezTo>
                      <a:pt x="16321" y="936"/>
                      <a:pt x="19625" y="2535"/>
                      <a:pt x="19625" y="3833"/>
                    </a:cubicBezTo>
                    <a:cubicBezTo>
                      <a:pt x="19625" y="6080"/>
                      <a:pt x="13569" y="7117"/>
                      <a:pt x="13569" y="8515"/>
                    </a:cubicBezTo>
                    <a:cubicBezTo>
                      <a:pt x="13569" y="10138"/>
                      <a:pt x="20046" y="10400"/>
                      <a:pt x="20078" y="12411"/>
                    </a:cubicBezTo>
                    <a:cubicBezTo>
                      <a:pt x="20078" y="14071"/>
                      <a:pt x="13925" y="15982"/>
                      <a:pt x="13925" y="18129"/>
                    </a:cubicBezTo>
                    <a:cubicBezTo>
                      <a:pt x="13925" y="19790"/>
                      <a:pt x="16969" y="21151"/>
                      <a:pt x="21600" y="21375"/>
                    </a:cubicBezTo>
                    <a:cubicBezTo>
                      <a:pt x="20078" y="21500"/>
                      <a:pt x="18750" y="21600"/>
                      <a:pt x="17293" y="21600"/>
                    </a:cubicBezTo>
                    <a:cubicBezTo>
                      <a:pt x="8776" y="21600"/>
                      <a:pt x="0" y="18916"/>
                      <a:pt x="0" y="15694"/>
                    </a:cubicBezTo>
                    <a:cubicBezTo>
                      <a:pt x="0" y="14109"/>
                      <a:pt x="1749" y="12710"/>
                      <a:pt x="4469" y="11699"/>
                    </a:cubicBezTo>
                    <a:cubicBezTo>
                      <a:pt x="6833" y="12473"/>
                      <a:pt x="9197" y="12997"/>
                      <a:pt x="10719" y="12997"/>
                    </a:cubicBezTo>
                    <a:cubicBezTo>
                      <a:pt x="12079" y="12997"/>
                      <a:pt x="12662" y="12735"/>
                      <a:pt x="12662" y="12348"/>
                    </a:cubicBezTo>
                    <a:cubicBezTo>
                      <a:pt x="12662" y="11150"/>
                      <a:pt x="259" y="10051"/>
                      <a:pt x="259" y="7479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54" name="Line">
                <a:extLst>
                  <a:ext uri="{FF2B5EF4-FFF2-40B4-BE49-F238E27FC236}">
                    <a16:creationId xmlns:a16="http://schemas.microsoft.com/office/drawing/2014/main" id="{77673846-155A-953B-CC93-890854DA18FE}"/>
                  </a:ext>
                </a:extLst>
              </p:cNvPr>
              <p:cNvSpPr/>
              <p:nvPr/>
            </p:nvSpPr>
            <p:spPr>
              <a:xfrm>
                <a:off x="5348188" y="7059303"/>
                <a:ext cx="322087" cy="3924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40" extrusionOk="0">
                    <a:moveTo>
                      <a:pt x="10115" y="4420"/>
                    </a:moveTo>
                    <a:cubicBezTo>
                      <a:pt x="3346" y="6972"/>
                      <a:pt x="608" y="6536"/>
                      <a:pt x="608" y="12201"/>
                    </a:cubicBezTo>
                    <a:cubicBezTo>
                      <a:pt x="608" y="14317"/>
                      <a:pt x="0" y="17056"/>
                      <a:pt x="0" y="18488"/>
                    </a:cubicBezTo>
                    <a:cubicBezTo>
                      <a:pt x="0" y="20417"/>
                      <a:pt x="380" y="21600"/>
                      <a:pt x="3194" y="21538"/>
                    </a:cubicBezTo>
                    <a:cubicBezTo>
                      <a:pt x="10344" y="21538"/>
                      <a:pt x="21600" y="11640"/>
                      <a:pt x="21600" y="3237"/>
                    </a:cubicBezTo>
                    <a:cubicBezTo>
                      <a:pt x="21600" y="996"/>
                      <a:pt x="20003" y="0"/>
                      <a:pt x="18254" y="0"/>
                    </a:cubicBezTo>
                    <a:cubicBezTo>
                      <a:pt x="16656" y="0"/>
                      <a:pt x="14907" y="2614"/>
                      <a:pt x="10115" y="4357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55" name="Line">
                <a:extLst>
                  <a:ext uri="{FF2B5EF4-FFF2-40B4-BE49-F238E27FC236}">
                    <a16:creationId xmlns:a16="http://schemas.microsoft.com/office/drawing/2014/main" id="{2907017F-6363-6CFE-129E-DFA7E5625C62}"/>
                  </a:ext>
                </a:extLst>
              </p:cNvPr>
              <p:cNvSpPr/>
              <p:nvPr/>
            </p:nvSpPr>
            <p:spPr>
              <a:xfrm>
                <a:off x="4506681" y="6365230"/>
                <a:ext cx="1322369" cy="12815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005" y="9481"/>
                    </a:moveTo>
                    <a:cubicBezTo>
                      <a:pt x="16005" y="7245"/>
                      <a:pt x="11522" y="7206"/>
                      <a:pt x="11522" y="3823"/>
                    </a:cubicBezTo>
                    <a:cubicBezTo>
                      <a:pt x="11522" y="2982"/>
                      <a:pt x="12060" y="1529"/>
                      <a:pt x="13116" y="0"/>
                    </a:cubicBezTo>
                    <a:cubicBezTo>
                      <a:pt x="13560" y="2581"/>
                      <a:pt x="14561" y="3919"/>
                      <a:pt x="16728" y="4779"/>
                    </a:cubicBezTo>
                    <a:cubicBezTo>
                      <a:pt x="21026" y="6423"/>
                      <a:pt x="21600" y="8908"/>
                      <a:pt x="21600" y="11545"/>
                    </a:cubicBezTo>
                    <a:cubicBezTo>
                      <a:pt x="21600" y="16018"/>
                      <a:pt x="18580" y="21600"/>
                      <a:pt x="10763" y="21600"/>
                    </a:cubicBezTo>
                    <a:cubicBezTo>
                      <a:pt x="4502" y="21600"/>
                      <a:pt x="0" y="15846"/>
                      <a:pt x="0" y="10972"/>
                    </a:cubicBezTo>
                    <a:cubicBezTo>
                      <a:pt x="0" y="9634"/>
                      <a:pt x="333" y="8143"/>
                      <a:pt x="1149" y="8143"/>
                    </a:cubicBezTo>
                    <a:cubicBezTo>
                      <a:pt x="1871" y="8143"/>
                      <a:pt x="2112" y="8736"/>
                      <a:pt x="2686" y="9328"/>
                    </a:cubicBezTo>
                    <a:cubicBezTo>
                      <a:pt x="4854" y="11565"/>
                      <a:pt x="7225" y="12157"/>
                      <a:pt x="10652" y="12157"/>
                    </a:cubicBezTo>
                    <a:cubicBezTo>
                      <a:pt x="13745" y="12157"/>
                      <a:pt x="16005" y="10857"/>
                      <a:pt x="16005" y="9519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56" name="Shape">
                <a:extLst>
                  <a:ext uri="{FF2B5EF4-FFF2-40B4-BE49-F238E27FC236}">
                    <a16:creationId xmlns:a16="http://schemas.microsoft.com/office/drawing/2014/main" id="{123EBB4D-6DC3-A17A-9949-47BF2ED7A87C}"/>
                  </a:ext>
                </a:extLst>
              </p:cNvPr>
              <p:cNvSpPr/>
              <p:nvPr/>
            </p:nvSpPr>
            <p:spPr>
              <a:xfrm>
                <a:off x="2843880" y="6615152"/>
                <a:ext cx="869702" cy="7729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01" h="20823" extrusionOk="0">
                    <a:moveTo>
                      <a:pt x="13432" y="10193"/>
                    </a:moveTo>
                    <a:cubicBezTo>
                      <a:pt x="13598" y="11843"/>
                      <a:pt x="12552" y="13340"/>
                      <a:pt x="11039" y="13554"/>
                    </a:cubicBezTo>
                    <a:cubicBezTo>
                      <a:pt x="9553" y="13737"/>
                      <a:pt x="8177" y="12576"/>
                      <a:pt x="8012" y="10896"/>
                    </a:cubicBezTo>
                    <a:cubicBezTo>
                      <a:pt x="7847" y="9246"/>
                      <a:pt x="8892" y="7718"/>
                      <a:pt x="10406" y="7535"/>
                    </a:cubicBezTo>
                    <a:cubicBezTo>
                      <a:pt x="11892" y="7352"/>
                      <a:pt x="13240" y="8543"/>
                      <a:pt x="13432" y="10193"/>
                    </a:cubicBezTo>
                    <a:moveTo>
                      <a:pt x="60" y="13309"/>
                    </a:moveTo>
                    <a:cubicBezTo>
                      <a:pt x="362" y="16028"/>
                      <a:pt x="2646" y="18075"/>
                      <a:pt x="5233" y="17770"/>
                    </a:cubicBezTo>
                    <a:cubicBezTo>
                      <a:pt x="6168" y="17648"/>
                      <a:pt x="7021" y="17373"/>
                      <a:pt x="7599" y="16975"/>
                    </a:cubicBezTo>
                    <a:cubicBezTo>
                      <a:pt x="8177" y="19511"/>
                      <a:pt x="10103" y="21161"/>
                      <a:pt x="12690" y="20764"/>
                    </a:cubicBezTo>
                    <a:cubicBezTo>
                      <a:pt x="15331" y="20367"/>
                      <a:pt x="17120" y="18075"/>
                      <a:pt x="16817" y="15142"/>
                    </a:cubicBezTo>
                    <a:cubicBezTo>
                      <a:pt x="16734" y="14348"/>
                      <a:pt x="16597" y="13859"/>
                      <a:pt x="16377" y="13309"/>
                    </a:cubicBezTo>
                    <a:cubicBezTo>
                      <a:pt x="16377" y="13309"/>
                      <a:pt x="16734" y="13279"/>
                      <a:pt x="16982" y="13218"/>
                    </a:cubicBezTo>
                    <a:cubicBezTo>
                      <a:pt x="19568" y="12668"/>
                      <a:pt x="21302" y="10376"/>
                      <a:pt x="21082" y="7596"/>
                    </a:cubicBezTo>
                    <a:cubicBezTo>
                      <a:pt x="20807" y="4724"/>
                      <a:pt x="18468" y="2616"/>
                      <a:pt x="16074" y="2952"/>
                    </a:cubicBezTo>
                    <a:cubicBezTo>
                      <a:pt x="15138" y="3074"/>
                      <a:pt x="14285" y="3472"/>
                      <a:pt x="13708" y="4022"/>
                    </a:cubicBezTo>
                    <a:cubicBezTo>
                      <a:pt x="13047" y="1639"/>
                      <a:pt x="11039" y="-439"/>
                      <a:pt x="8287" y="80"/>
                    </a:cubicBezTo>
                    <a:cubicBezTo>
                      <a:pt x="5811" y="539"/>
                      <a:pt x="4160" y="2891"/>
                      <a:pt x="4407" y="5855"/>
                    </a:cubicBezTo>
                    <a:cubicBezTo>
                      <a:pt x="4435" y="6343"/>
                      <a:pt x="4545" y="6893"/>
                      <a:pt x="4765" y="7443"/>
                    </a:cubicBezTo>
                    <a:cubicBezTo>
                      <a:pt x="4765" y="7443"/>
                      <a:pt x="4352" y="7504"/>
                      <a:pt x="4050" y="7566"/>
                    </a:cubicBezTo>
                    <a:cubicBezTo>
                      <a:pt x="1958" y="7902"/>
                      <a:pt x="-298" y="10254"/>
                      <a:pt x="32" y="13340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  <p:sp>
            <p:nvSpPr>
              <p:cNvPr id="157" name="Shape">
                <a:extLst>
                  <a:ext uri="{FF2B5EF4-FFF2-40B4-BE49-F238E27FC236}">
                    <a16:creationId xmlns:a16="http://schemas.microsoft.com/office/drawing/2014/main" id="{7EE5B7C1-5EA6-8849-D3D3-53AA5FB7A4E8}"/>
                  </a:ext>
                </a:extLst>
              </p:cNvPr>
              <p:cNvSpPr/>
              <p:nvPr/>
            </p:nvSpPr>
            <p:spPr>
              <a:xfrm>
                <a:off x="1266668" y="10127826"/>
                <a:ext cx="9687409" cy="20757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5" h="21510" extrusionOk="0">
                    <a:moveTo>
                      <a:pt x="8662" y="18666"/>
                    </a:moveTo>
                    <a:cubicBezTo>
                      <a:pt x="8847" y="18666"/>
                      <a:pt x="9168" y="18396"/>
                      <a:pt x="9420" y="16539"/>
                    </a:cubicBezTo>
                    <a:cubicBezTo>
                      <a:pt x="9279" y="15046"/>
                      <a:pt x="9180" y="12050"/>
                      <a:pt x="9168" y="10957"/>
                    </a:cubicBezTo>
                    <a:cubicBezTo>
                      <a:pt x="9102" y="5375"/>
                      <a:pt x="9572" y="133"/>
                      <a:pt x="10077" y="4"/>
                    </a:cubicBezTo>
                    <a:cubicBezTo>
                      <a:pt x="10449" y="-90"/>
                      <a:pt x="10745" y="1555"/>
                      <a:pt x="10775" y="4199"/>
                    </a:cubicBezTo>
                    <a:cubicBezTo>
                      <a:pt x="10856" y="11157"/>
                      <a:pt x="10355" y="14048"/>
                      <a:pt x="10103" y="16539"/>
                    </a:cubicBezTo>
                    <a:cubicBezTo>
                      <a:pt x="10143" y="17514"/>
                      <a:pt x="10494" y="19171"/>
                      <a:pt x="10830" y="19183"/>
                    </a:cubicBezTo>
                    <a:cubicBezTo>
                      <a:pt x="10954" y="19183"/>
                      <a:pt x="11103" y="18901"/>
                      <a:pt x="11141" y="18666"/>
                    </a:cubicBezTo>
                    <a:cubicBezTo>
                      <a:pt x="11116" y="18266"/>
                      <a:pt x="11093" y="17749"/>
                      <a:pt x="11093" y="16997"/>
                    </a:cubicBezTo>
                    <a:cubicBezTo>
                      <a:pt x="11098" y="12966"/>
                      <a:pt x="11662" y="9582"/>
                      <a:pt x="12144" y="9594"/>
                    </a:cubicBezTo>
                    <a:cubicBezTo>
                      <a:pt x="12529" y="9594"/>
                      <a:pt x="12748" y="11967"/>
                      <a:pt x="12746" y="13530"/>
                    </a:cubicBezTo>
                    <a:cubicBezTo>
                      <a:pt x="12743" y="15376"/>
                      <a:pt x="12407" y="16856"/>
                      <a:pt x="11909" y="18290"/>
                    </a:cubicBezTo>
                    <a:cubicBezTo>
                      <a:pt x="11995" y="18690"/>
                      <a:pt x="12155" y="18983"/>
                      <a:pt x="12294" y="18995"/>
                    </a:cubicBezTo>
                    <a:cubicBezTo>
                      <a:pt x="12999" y="19019"/>
                      <a:pt x="13375" y="15058"/>
                      <a:pt x="13653" y="11427"/>
                    </a:cubicBezTo>
                    <a:cubicBezTo>
                      <a:pt x="13704" y="10734"/>
                      <a:pt x="13792" y="9758"/>
                      <a:pt x="13964" y="9770"/>
                    </a:cubicBezTo>
                    <a:cubicBezTo>
                      <a:pt x="14262" y="9770"/>
                      <a:pt x="14373" y="18878"/>
                      <a:pt x="14866" y="18889"/>
                    </a:cubicBezTo>
                    <a:cubicBezTo>
                      <a:pt x="15078" y="18889"/>
                      <a:pt x="15253" y="16880"/>
                      <a:pt x="15255" y="15328"/>
                    </a:cubicBezTo>
                    <a:cubicBezTo>
                      <a:pt x="15255" y="14177"/>
                      <a:pt x="15169" y="14059"/>
                      <a:pt x="15172" y="12391"/>
                    </a:cubicBezTo>
                    <a:cubicBezTo>
                      <a:pt x="15172" y="10545"/>
                      <a:pt x="15386" y="9006"/>
                      <a:pt x="15672" y="9006"/>
                    </a:cubicBezTo>
                    <a:cubicBezTo>
                      <a:pt x="15846" y="9006"/>
                      <a:pt x="15907" y="9817"/>
                      <a:pt x="15905" y="10792"/>
                    </a:cubicBezTo>
                    <a:cubicBezTo>
                      <a:pt x="15899" y="14482"/>
                      <a:pt x="15321" y="21310"/>
                      <a:pt x="14479" y="21287"/>
                    </a:cubicBezTo>
                    <a:cubicBezTo>
                      <a:pt x="13848" y="21263"/>
                      <a:pt x="13903" y="16198"/>
                      <a:pt x="13681" y="16198"/>
                    </a:cubicBezTo>
                    <a:cubicBezTo>
                      <a:pt x="13433" y="16198"/>
                      <a:pt x="13079" y="21310"/>
                      <a:pt x="11854" y="21275"/>
                    </a:cubicBezTo>
                    <a:cubicBezTo>
                      <a:pt x="11654" y="21275"/>
                      <a:pt x="11445" y="20805"/>
                      <a:pt x="11273" y="19876"/>
                    </a:cubicBezTo>
                    <a:cubicBezTo>
                      <a:pt x="10975" y="20793"/>
                      <a:pt x="10727" y="21193"/>
                      <a:pt x="10441" y="21181"/>
                    </a:cubicBezTo>
                    <a:cubicBezTo>
                      <a:pt x="9984" y="21169"/>
                      <a:pt x="9789" y="18972"/>
                      <a:pt x="9602" y="18972"/>
                    </a:cubicBezTo>
                    <a:cubicBezTo>
                      <a:pt x="9380" y="18972"/>
                      <a:pt x="9130" y="21204"/>
                      <a:pt x="8384" y="21181"/>
                    </a:cubicBezTo>
                    <a:cubicBezTo>
                      <a:pt x="7791" y="21169"/>
                      <a:pt x="7697" y="17479"/>
                      <a:pt x="7485" y="17467"/>
                    </a:cubicBezTo>
                    <a:cubicBezTo>
                      <a:pt x="7298" y="17467"/>
                      <a:pt x="7010" y="21134"/>
                      <a:pt x="6699" y="21122"/>
                    </a:cubicBezTo>
                    <a:cubicBezTo>
                      <a:pt x="6178" y="21110"/>
                      <a:pt x="6077" y="14717"/>
                      <a:pt x="5617" y="14706"/>
                    </a:cubicBezTo>
                    <a:cubicBezTo>
                      <a:pt x="5259" y="14706"/>
                      <a:pt x="4114" y="21157"/>
                      <a:pt x="3808" y="20993"/>
                    </a:cubicBezTo>
                    <a:cubicBezTo>
                      <a:pt x="3684" y="20934"/>
                      <a:pt x="3634" y="20499"/>
                      <a:pt x="3646" y="19923"/>
                    </a:cubicBezTo>
                    <a:cubicBezTo>
                      <a:pt x="3664" y="19124"/>
                      <a:pt x="3816" y="16997"/>
                      <a:pt x="3876" y="15987"/>
                    </a:cubicBezTo>
                    <a:cubicBezTo>
                      <a:pt x="3980" y="14236"/>
                      <a:pt x="4074" y="12320"/>
                      <a:pt x="4127" y="11709"/>
                    </a:cubicBezTo>
                    <a:cubicBezTo>
                      <a:pt x="4177" y="11098"/>
                      <a:pt x="4316" y="10651"/>
                      <a:pt x="4427" y="10710"/>
                    </a:cubicBezTo>
                    <a:cubicBezTo>
                      <a:pt x="4483" y="10734"/>
                      <a:pt x="4498" y="11215"/>
                      <a:pt x="4516" y="11615"/>
                    </a:cubicBezTo>
                    <a:cubicBezTo>
                      <a:pt x="4576" y="13037"/>
                      <a:pt x="4662" y="14494"/>
                      <a:pt x="4761" y="14494"/>
                    </a:cubicBezTo>
                    <a:cubicBezTo>
                      <a:pt x="4935" y="14494"/>
                      <a:pt x="5516" y="9394"/>
                      <a:pt x="5850" y="9406"/>
                    </a:cubicBezTo>
                    <a:cubicBezTo>
                      <a:pt x="6259" y="9417"/>
                      <a:pt x="6297" y="17479"/>
                      <a:pt x="6853" y="17503"/>
                    </a:cubicBezTo>
                    <a:cubicBezTo>
                      <a:pt x="7040" y="17503"/>
                      <a:pt x="7177" y="16480"/>
                      <a:pt x="7303" y="15211"/>
                    </a:cubicBezTo>
                    <a:cubicBezTo>
                      <a:pt x="7318" y="13072"/>
                      <a:pt x="7447" y="10040"/>
                      <a:pt x="7818" y="10052"/>
                    </a:cubicBezTo>
                    <a:cubicBezTo>
                      <a:pt x="8079" y="10052"/>
                      <a:pt x="8200" y="12767"/>
                      <a:pt x="8010" y="15129"/>
                    </a:cubicBezTo>
                    <a:cubicBezTo>
                      <a:pt x="8008" y="17949"/>
                      <a:pt x="8402" y="18654"/>
                      <a:pt x="8662" y="18654"/>
                    </a:cubicBezTo>
                    <a:moveTo>
                      <a:pt x="18575" y="12050"/>
                    </a:moveTo>
                    <a:cubicBezTo>
                      <a:pt x="18419" y="15011"/>
                      <a:pt x="17946" y="19348"/>
                      <a:pt x="17254" y="19324"/>
                    </a:cubicBezTo>
                    <a:cubicBezTo>
                      <a:pt x="17092" y="19324"/>
                      <a:pt x="16809" y="19019"/>
                      <a:pt x="16809" y="18278"/>
                    </a:cubicBezTo>
                    <a:cubicBezTo>
                      <a:pt x="16809" y="17467"/>
                      <a:pt x="17901" y="17397"/>
                      <a:pt x="17906" y="13530"/>
                    </a:cubicBezTo>
                    <a:cubicBezTo>
                      <a:pt x="17906" y="12097"/>
                      <a:pt x="17625" y="10064"/>
                      <a:pt x="17206" y="10052"/>
                    </a:cubicBezTo>
                    <a:cubicBezTo>
                      <a:pt x="16650" y="10040"/>
                      <a:pt x="16102" y="12849"/>
                      <a:pt x="16097" y="16762"/>
                    </a:cubicBezTo>
                    <a:cubicBezTo>
                      <a:pt x="16092" y="20276"/>
                      <a:pt x="16559" y="21439"/>
                      <a:pt x="17029" y="21451"/>
                    </a:cubicBezTo>
                    <a:cubicBezTo>
                      <a:pt x="17848" y="21475"/>
                      <a:pt x="18346" y="18384"/>
                      <a:pt x="18608" y="15799"/>
                    </a:cubicBezTo>
                    <a:cubicBezTo>
                      <a:pt x="18730" y="17526"/>
                      <a:pt x="18798" y="21510"/>
                      <a:pt x="19109" y="21510"/>
                    </a:cubicBezTo>
                    <a:cubicBezTo>
                      <a:pt x="19232" y="21510"/>
                      <a:pt x="19321" y="21228"/>
                      <a:pt x="19470" y="19677"/>
                    </a:cubicBezTo>
                    <a:cubicBezTo>
                      <a:pt x="19846" y="15822"/>
                      <a:pt x="20210" y="11403"/>
                      <a:pt x="20706" y="11415"/>
                    </a:cubicBezTo>
                    <a:cubicBezTo>
                      <a:pt x="20890" y="11415"/>
                      <a:pt x="20779" y="12978"/>
                      <a:pt x="21224" y="12990"/>
                    </a:cubicBezTo>
                    <a:cubicBezTo>
                      <a:pt x="21433" y="12990"/>
                      <a:pt x="21582" y="12191"/>
                      <a:pt x="21585" y="11262"/>
                    </a:cubicBezTo>
                    <a:cubicBezTo>
                      <a:pt x="21585" y="9934"/>
                      <a:pt x="21330" y="8900"/>
                      <a:pt x="20933" y="8888"/>
                    </a:cubicBezTo>
                    <a:cubicBezTo>
                      <a:pt x="19768" y="8853"/>
                      <a:pt x="19510" y="16962"/>
                      <a:pt x="19326" y="16962"/>
                    </a:cubicBezTo>
                    <a:cubicBezTo>
                      <a:pt x="19015" y="16962"/>
                      <a:pt x="19124" y="10451"/>
                      <a:pt x="18901" y="10440"/>
                    </a:cubicBezTo>
                    <a:cubicBezTo>
                      <a:pt x="18704" y="10440"/>
                      <a:pt x="18603" y="11533"/>
                      <a:pt x="18578" y="12038"/>
                    </a:cubicBezTo>
                    <a:moveTo>
                      <a:pt x="10371" y="5751"/>
                    </a:moveTo>
                    <a:cubicBezTo>
                      <a:pt x="10350" y="4141"/>
                      <a:pt x="10270" y="3412"/>
                      <a:pt x="10083" y="3459"/>
                    </a:cubicBezTo>
                    <a:cubicBezTo>
                      <a:pt x="9835" y="3518"/>
                      <a:pt x="9716" y="7126"/>
                      <a:pt x="9762" y="10922"/>
                    </a:cubicBezTo>
                    <a:cubicBezTo>
                      <a:pt x="9789" y="13401"/>
                      <a:pt x="9868" y="13777"/>
                      <a:pt x="9944" y="13754"/>
                    </a:cubicBezTo>
                    <a:cubicBezTo>
                      <a:pt x="10080" y="13718"/>
                      <a:pt x="10414" y="9312"/>
                      <a:pt x="10371" y="5739"/>
                    </a:cubicBezTo>
                    <a:moveTo>
                      <a:pt x="8362" y="2307"/>
                    </a:moveTo>
                    <a:cubicBezTo>
                      <a:pt x="8347" y="1379"/>
                      <a:pt x="8190" y="744"/>
                      <a:pt x="7980" y="744"/>
                    </a:cubicBezTo>
                    <a:cubicBezTo>
                      <a:pt x="7745" y="744"/>
                      <a:pt x="7523" y="1873"/>
                      <a:pt x="7543" y="3318"/>
                    </a:cubicBezTo>
                    <a:cubicBezTo>
                      <a:pt x="7556" y="4270"/>
                      <a:pt x="7677" y="5057"/>
                      <a:pt x="7912" y="5057"/>
                    </a:cubicBezTo>
                    <a:cubicBezTo>
                      <a:pt x="8182" y="5057"/>
                      <a:pt x="8384" y="3635"/>
                      <a:pt x="8359" y="2307"/>
                    </a:cubicBezTo>
                    <a:moveTo>
                      <a:pt x="12198" y="14165"/>
                    </a:moveTo>
                    <a:cubicBezTo>
                      <a:pt x="12198" y="13190"/>
                      <a:pt x="12089" y="12379"/>
                      <a:pt x="11952" y="12379"/>
                    </a:cubicBezTo>
                    <a:cubicBezTo>
                      <a:pt x="11839" y="12379"/>
                      <a:pt x="11581" y="12943"/>
                      <a:pt x="11578" y="14788"/>
                    </a:cubicBezTo>
                    <a:cubicBezTo>
                      <a:pt x="11578" y="16233"/>
                      <a:pt x="11687" y="16915"/>
                      <a:pt x="11735" y="17221"/>
                    </a:cubicBezTo>
                    <a:cubicBezTo>
                      <a:pt x="12094" y="16715"/>
                      <a:pt x="12195" y="15328"/>
                      <a:pt x="12198" y="14177"/>
                    </a:cubicBezTo>
                    <a:moveTo>
                      <a:pt x="17042" y="12355"/>
                    </a:moveTo>
                    <a:cubicBezTo>
                      <a:pt x="17302" y="12355"/>
                      <a:pt x="17375" y="13801"/>
                      <a:pt x="17312" y="14659"/>
                    </a:cubicBezTo>
                    <a:cubicBezTo>
                      <a:pt x="17249" y="15517"/>
                      <a:pt x="17024" y="16492"/>
                      <a:pt x="16678" y="16774"/>
                    </a:cubicBezTo>
                    <a:cubicBezTo>
                      <a:pt x="16604" y="15904"/>
                      <a:pt x="16572" y="12344"/>
                      <a:pt x="17042" y="12355"/>
                    </a:cubicBezTo>
                    <a:moveTo>
                      <a:pt x="2790" y="7843"/>
                    </a:moveTo>
                    <a:cubicBezTo>
                      <a:pt x="2754" y="7314"/>
                      <a:pt x="2653" y="6139"/>
                      <a:pt x="2626" y="5269"/>
                    </a:cubicBezTo>
                    <a:cubicBezTo>
                      <a:pt x="2567" y="3342"/>
                      <a:pt x="2785" y="2084"/>
                      <a:pt x="2982" y="1802"/>
                    </a:cubicBezTo>
                    <a:cubicBezTo>
                      <a:pt x="3204" y="1520"/>
                      <a:pt x="3293" y="2037"/>
                      <a:pt x="3376" y="3259"/>
                    </a:cubicBezTo>
                    <a:cubicBezTo>
                      <a:pt x="3485" y="5104"/>
                      <a:pt x="3495" y="7525"/>
                      <a:pt x="3452" y="10980"/>
                    </a:cubicBezTo>
                    <a:cubicBezTo>
                      <a:pt x="3396" y="15705"/>
                      <a:pt x="2881" y="21392"/>
                      <a:pt x="1617" y="21228"/>
                    </a:cubicBezTo>
                    <a:cubicBezTo>
                      <a:pt x="528" y="21087"/>
                      <a:pt x="51" y="17785"/>
                      <a:pt x="5" y="12778"/>
                    </a:cubicBezTo>
                    <a:cubicBezTo>
                      <a:pt x="-15" y="10416"/>
                      <a:pt x="23" y="8054"/>
                      <a:pt x="240" y="4728"/>
                    </a:cubicBezTo>
                    <a:cubicBezTo>
                      <a:pt x="354" y="2942"/>
                      <a:pt x="455" y="2307"/>
                      <a:pt x="801" y="1978"/>
                    </a:cubicBezTo>
                    <a:cubicBezTo>
                      <a:pt x="1074" y="1755"/>
                      <a:pt x="1046" y="3071"/>
                      <a:pt x="983" y="4634"/>
                    </a:cubicBezTo>
                    <a:cubicBezTo>
                      <a:pt x="844" y="8078"/>
                      <a:pt x="778" y="9746"/>
                      <a:pt x="821" y="13671"/>
                    </a:cubicBezTo>
                    <a:cubicBezTo>
                      <a:pt x="864" y="17820"/>
                      <a:pt x="1271" y="19442"/>
                      <a:pt x="1718" y="19453"/>
                    </a:cubicBezTo>
                    <a:cubicBezTo>
                      <a:pt x="2388" y="19536"/>
                      <a:pt x="2686" y="16950"/>
                      <a:pt x="2818" y="13213"/>
                    </a:cubicBezTo>
                    <a:cubicBezTo>
                      <a:pt x="2921" y="10228"/>
                      <a:pt x="2848" y="8783"/>
                      <a:pt x="2787" y="7866"/>
                    </a:cubicBezTo>
                  </a:path>
                </a:pathLst>
              </a:custGeom>
              <a:grpFill/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marL="259787" indent="-259787">
                  <a:spcBef>
                    <a:spcPts val="3600"/>
                  </a:spcBef>
                  <a:buSzPct val="100000"/>
                  <a:buFont typeface="Arial"/>
                  <a:buChar char="•"/>
                  <a:defRPr sz="3000" cap="none" spc="0">
                    <a:solidFill>
                      <a:srgbClr val="E4C54D"/>
                    </a:solidFill>
                    <a:latin typeface="Avenir Next Demi Bold"/>
                    <a:ea typeface="Avenir Next Demi Bold"/>
                    <a:cs typeface="Avenir Next Demi Bold"/>
                    <a:sym typeface="Avenir Next Demi Bold"/>
                  </a:defRPr>
                </a:pPr>
                <a:endParaRPr/>
              </a:p>
            </p:txBody>
          </p:sp>
        </p:grpSp>
      </p:grpSp>
      <p:pic>
        <p:nvPicPr>
          <p:cNvPr id="21" name="Unilever Logo: Script" descr="The blue unilever script logo">
            <a:extLst>
              <a:ext uri="{FF2B5EF4-FFF2-40B4-BE49-F238E27FC236}">
                <a16:creationId xmlns:a16="http://schemas.microsoft.com/office/drawing/2014/main" id="{15C85A81-C558-5EB3-A630-D839FF4C91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4195" y="1503553"/>
            <a:ext cx="3190039" cy="685498"/>
          </a:xfrm>
          <a:prstGeom prst="rect">
            <a:avLst/>
          </a:prstGeom>
        </p:spPr>
      </p:pic>
      <p:sp>
        <p:nvSpPr>
          <p:cNvPr id="28" name="Header: Masks">
            <a:extLst>
              <a:ext uri="{FF2B5EF4-FFF2-40B4-BE49-F238E27FC236}">
                <a16:creationId xmlns:a16="http://schemas.microsoft.com/office/drawing/2014/main" id="{6D536CF4-95D4-707E-0667-FDB6B10E9F07}"/>
              </a:ext>
            </a:extLst>
          </p:cNvPr>
          <p:cNvSpPr txBox="1">
            <a:spLocks/>
          </p:cNvSpPr>
          <p:nvPr/>
        </p:nvSpPr>
        <p:spPr>
          <a:xfrm>
            <a:off x="2699467" y="3084300"/>
            <a:ext cx="1371953" cy="2042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lang="en-GB" sz="1150" b="1" i="0" kern="800" spc="5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None/>
              <a:tabLst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spc="0">
                <a:latin typeface="Unilever Desire" pitchFamily="2" charset="77"/>
              </a:rPr>
              <a:t>MASKS</a:t>
            </a:r>
          </a:p>
        </p:txBody>
      </p:sp>
      <p:sp>
        <p:nvSpPr>
          <p:cNvPr id="20" name="Image: Mask - Blue" descr="A blue filled mask shape">
            <a:extLst>
              <a:ext uri="{FF2B5EF4-FFF2-40B4-BE49-F238E27FC236}">
                <a16:creationId xmlns:a16="http://schemas.microsoft.com/office/drawing/2014/main" id="{15697036-F842-DB6B-F955-AA74862F22DC}"/>
              </a:ext>
            </a:extLst>
          </p:cNvPr>
          <p:cNvSpPr/>
          <p:nvPr/>
        </p:nvSpPr>
        <p:spPr>
          <a:xfrm>
            <a:off x="2699468" y="3466147"/>
            <a:ext cx="1727795" cy="1105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00" extrusionOk="0">
                <a:moveTo>
                  <a:pt x="22" y="92"/>
                </a:moveTo>
                <a:cubicBezTo>
                  <a:pt x="3621" y="-300"/>
                  <a:pt x="7187" y="571"/>
                  <a:pt x="10473" y="2569"/>
                </a:cubicBezTo>
                <a:cubicBezTo>
                  <a:pt x="12753" y="3955"/>
                  <a:pt x="14912" y="5895"/>
                  <a:pt x="16758" y="8507"/>
                </a:cubicBezTo>
                <a:cubicBezTo>
                  <a:pt x="17963" y="10212"/>
                  <a:pt x="19001" y="12166"/>
                  <a:pt x="19822" y="14322"/>
                </a:cubicBezTo>
                <a:cubicBezTo>
                  <a:pt x="20645" y="16482"/>
                  <a:pt x="21247" y="18835"/>
                  <a:pt x="21600" y="21300"/>
                </a:cubicBezTo>
                <a:lnTo>
                  <a:pt x="0" y="21269"/>
                </a:lnTo>
                <a:lnTo>
                  <a:pt x="22" y="92"/>
                </a:lnTo>
                <a:close/>
              </a:path>
            </a:pathLst>
          </a:custGeom>
          <a:solidFill>
            <a:schemeClr val="tx2"/>
          </a:solidFill>
          <a:ln w="12700">
            <a:noFill/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 lang="en-GB" b="1">
              <a:latin typeface="Unilever Desire Semi Bold" pitchFamily="2" charset="77"/>
            </a:endParaRPr>
          </a:p>
        </p:txBody>
      </p:sp>
      <p:sp>
        <p:nvSpPr>
          <p:cNvPr id="24" name="Image: Mask - Earth" descr="An Earth filled mask shape">
            <a:extLst>
              <a:ext uri="{FF2B5EF4-FFF2-40B4-BE49-F238E27FC236}">
                <a16:creationId xmlns:a16="http://schemas.microsoft.com/office/drawing/2014/main" id="{ECEB7E3D-20ED-E1F3-B4AF-EA05DD4251E2}"/>
              </a:ext>
            </a:extLst>
          </p:cNvPr>
          <p:cNvSpPr/>
          <p:nvPr/>
        </p:nvSpPr>
        <p:spPr>
          <a:xfrm>
            <a:off x="2699467" y="4860743"/>
            <a:ext cx="1727795" cy="1105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00" extrusionOk="0">
                <a:moveTo>
                  <a:pt x="22" y="92"/>
                </a:moveTo>
                <a:cubicBezTo>
                  <a:pt x="3621" y="-300"/>
                  <a:pt x="7187" y="571"/>
                  <a:pt x="10473" y="2569"/>
                </a:cubicBezTo>
                <a:cubicBezTo>
                  <a:pt x="12753" y="3955"/>
                  <a:pt x="14912" y="5895"/>
                  <a:pt x="16758" y="8507"/>
                </a:cubicBezTo>
                <a:cubicBezTo>
                  <a:pt x="17963" y="10212"/>
                  <a:pt x="19001" y="12166"/>
                  <a:pt x="19822" y="14322"/>
                </a:cubicBezTo>
                <a:cubicBezTo>
                  <a:pt x="20645" y="16482"/>
                  <a:pt x="21247" y="18835"/>
                  <a:pt x="21600" y="21300"/>
                </a:cubicBezTo>
                <a:lnTo>
                  <a:pt x="0" y="21269"/>
                </a:lnTo>
                <a:lnTo>
                  <a:pt x="22" y="92"/>
                </a:lnTo>
                <a:close/>
              </a:path>
            </a:pathLst>
          </a:custGeom>
          <a:solidFill>
            <a:schemeClr val="bg2"/>
          </a:solidFill>
          <a:ln w="12700">
            <a:solidFill>
              <a:schemeClr val="bg2">
                <a:lumMod val="90000"/>
              </a:schemeClr>
            </a:solidFill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 lang="en-GB" b="1">
              <a:latin typeface="Unilever Desire Semi Bold" pitchFamily="2" charset="77"/>
            </a:endParaRPr>
          </a:p>
        </p:txBody>
      </p:sp>
      <p:pic>
        <p:nvPicPr>
          <p:cNvPr id="2" name="Picture 1" descr="A white and blue logo&#10;&#10;AI-generated content may be incorrect.">
            <a:extLst>
              <a:ext uri="{FF2B5EF4-FFF2-40B4-BE49-F238E27FC236}">
                <a16:creationId xmlns:a16="http://schemas.microsoft.com/office/drawing/2014/main" id="{807F1B44-D9BE-5EDA-618F-FE05AA8C5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3986" y="2915620"/>
            <a:ext cx="2996596" cy="19547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305A34F-769A-BC7F-3186-C3E8F57C93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20042" y="2841416"/>
            <a:ext cx="2694631" cy="1954703"/>
          </a:xfrm>
          <a:prstGeom prst="rect">
            <a:avLst/>
          </a:prstGeom>
        </p:spPr>
      </p:pic>
      <p:pic>
        <p:nvPicPr>
          <p:cNvPr id="22" name="Graphic 11">
            <a:extLst>
              <a:ext uri="{FF2B5EF4-FFF2-40B4-BE49-F238E27FC236}">
                <a16:creationId xmlns:a16="http://schemas.microsoft.com/office/drawing/2014/main" id="{4088C2AB-91FB-B711-1925-D07EED14885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09804" y="4950246"/>
            <a:ext cx="2427701" cy="842891"/>
          </a:xfrm>
          <a:prstGeom prst="rect">
            <a:avLst/>
          </a:prstGeom>
        </p:spPr>
      </p:pic>
      <p:pic>
        <p:nvPicPr>
          <p:cNvPr id="23" name="Graphic 5">
            <a:extLst>
              <a:ext uri="{FF2B5EF4-FFF2-40B4-BE49-F238E27FC236}">
                <a16:creationId xmlns:a16="http://schemas.microsoft.com/office/drawing/2014/main" id="{5D27C612-D990-71A7-6DC3-CF2C3F5EE46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542155" y="4898745"/>
            <a:ext cx="2630968" cy="972606"/>
          </a:xfrm>
          <a:prstGeom prst="rect">
            <a:avLst/>
          </a:prstGeom>
        </p:spPr>
      </p:pic>
      <p:sp>
        <p:nvSpPr>
          <p:cNvPr id="25" name="Header: Masks">
            <a:extLst>
              <a:ext uri="{FF2B5EF4-FFF2-40B4-BE49-F238E27FC236}">
                <a16:creationId xmlns:a16="http://schemas.microsoft.com/office/drawing/2014/main" id="{2A424BDB-D43A-33F3-7629-F222586D3AA2}"/>
              </a:ext>
            </a:extLst>
          </p:cNvPr>
          <p:cNvSpPr txBox="1">
            <a:spLocks/>
          </p:cNvSpPr>
          <p:nvPr/>
        </p:nvSpPr>
        <p:spPr>
          <a:xfrm>
            <a:off x="5624336" y="2915620"/>
            <a:ext cx="1371953" cy="2042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lang="en-GB" sz="1150" b="1" i="0" kern="800" spc="5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System Font Regular"/>
              <a:buNone/>
              <a:tabLst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Visby CF Medium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spc="0">
                <a:latin typeface="Unilever Desire" pitchFamily="2" charset="77"/>
              </a:rPr>
              <a:t>INDENTIFIERS</a:t>
            </a:r>
          </a:p>
        </p:txBody>
      </p:sp>
    </p:spTree>
    <p:extLst>
      <p:ext uri="{BB962C8B-B14F-4D97-AF65-F5344CB8AC3E}">
        <p14:creationId xmlns:p14="http://schemas.microsoft.com/office/powerpoint/2010/main" val="3754782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0B077-69E4-AF2E-14A1-146C233DB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4C308B9-EED6-D6D4-2BC0-3E95D650B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0598" y="965554"/>
            <a:ext cx="9143999" cy="553566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Visby CF Medium" pitchFamily="2" charset="77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  <a:t>Logistics done </a:t>
            </a:r>
            <a:b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</a:br>
            <a: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  <a:t>smarter, delivering </a:t>
            </a:r>
            <a:b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</a:br>
            <a: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  <a:t>results where it </a:t>
            </a:r>
            <a:b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</a:br>
            <a:r>
              <a:rPr kumimoji="0" lang="en-GB" sz="7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nilever Desire" pitchFamily="2" charset="77"/>
                <a:ea typeface="+mj-ea"/>
                <a:cs typeface="+mj-cs"/>
              </a:rPr>
              <a:t>matters most.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C6C93BE-5612-F581-9BE8-F1F116747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5FC-F7B9-3F4D-861F-9DDB8C0A408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3" name="Section Topic">
            <a:extLst>
              <a:ext uri="{FF2B5EF4-FFF2-40B4-BE49-F238E27FC236}">
                <a16:creationId xmlns:a16="http://schemas.microsoft.com/office/drawing/2014/main" id="{90C8EB5F-066E-9CE3-1DFC-7FCB7F646D04}"/>
              </a:ext>
            </a:extLst>
          </p:cNvPr>
          <p:cNvSpPr>
            <a:spLocks/>
          </p:cNvSpPr>
          <p:nvPr/>
        </p:nvSpPr>
        <p:spPr>
          <a:xfrm>
            <a:off x="398650" y="400664"/>
            <a:ext cx="5143505" cy="2519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50" b="1" i="0" u="none" strike="noStrike" kern="8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nilever Desire Semi Bold" pitchFamily="2" charset="77"/>
                <a:ea typeface="+mn-ea"/>
                <a:cs typeface="+mn-cs"/>
              </a:rPr>
              <a:t>PRIMARY THEME</a:t>
            </a:r>
          </a:p>
        </p:txBody>
      </p:sp>
    </p:spTree>
    <p:extLst>
      <p:ext uri="{BB962C8B-B14F-4D97-AF65-F5344CB8AC3E}">
        <p14:creationId xmlns:p14="http://schemas.microsoft.com/office/powerpoint/2010/main" val="3039683019"/>
      </p:ext>
    </p:extLst>
  </p:cSld>
  <p:clrMapOvr>
    <a:masterClrMapping/>
  </p:clrMapOvr>
</p:sld>
</file>

<file path=ppt/theme/theme1.xml><?xml version="1.0" encoding="utf-8"?>
<a:theme xmlns:a="http://schemas.openxmlformats.org/drawingml/2006/main" name="Unilever Desire - 2025">
  <a:themeElements>
    <a:clrScheme name="Unilever Desire - 2025">
      <a:dk1>
        <a:srgbClr val="0066CC"/>
      </a:dk1>
      <a:lt1>
        <a:srgbClr val="FFFFFF"/>
      </a:lt1>
      <a:dk2>
        <a:srgbClr val="0066CC"/>
      </a:dk2>
      <a:lt2>
        <a:srgbClr val="F6F7F0"/>
      </a:lt2>
      <a:accent1>
        <a:srgbClr val="133061"/>
      </a:accent1>
      <a:accent2>
        <a:srgbClr val="8651DF"/>
      </a:accent2>
      <a:accent3>
        <a:srgbClr val="E13491"/>
      </a:accent3>
      <a:accent4>
        <a:srgbClr val="008090"/>
      </a:accent4>
      <a:accent5>
        <a:srgbClr val="2B911C"/>
      </a:accent5>
      <a:accent6>
        <a:srgbClr val="DA5700"/>
      </a:accent6>
      <a:hlink>
        <a:srgbClr val="23E7FF"/>
      </a:hlink>
      <a:folHlink>
        <a:srgbClr val="133061"/>
      </a:folHlink>
    </a:clrScheme>
    <a:fontScheme name="Unilever Desire">
      <a:majorFont>
        <a:latin typeface="Unilever Desire Semi Bold"/>
        <a:ea typeface=""/>
        <a:cs typeface=""/>
      </a:majorFont>
      <a:minorFont>
        <a:latin typeface="Unilever Desir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9D9D9"/>
        </a:solidFill>
        <a:ln w="12186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NILEVER 2025 - Visby" id="{5215CDD8-F598-0341-A712-A9A0E334EBD3}" vid="{99EF3B9F-736D-8E4F-9B67-E83B51A882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095C6EACC04143B61743DC0C1C3F33" ma:contentTypeVersion="15" ma:contentTypeDescription="Create a new document." ma:contentTypeScope="" ma:versionID="93fc8905e4f98ac9a702c1752c82b331">
  <xsd:schema xmlns:xsd="http://www.w3.org/2001/XMLSchema" xmlns:xs="http://www.w3.org/2001/XMLSchema" xmlns:p="http://schemas.microsoft.com/office/2006/metadata/properties" xmlns:ns2="8e241fea-6be2-430e-aede-0f6ad59c15da" xmlns:ns3="141069c2-e0fb-4bb4-9abe-8581913a941c" xmlns:ns4="292d0dc2-e599-4ea9-b5ef-33bfd71295c7" targetNamespace="http://schemas.microsoft.com/office/2006/metadata/properties" ma:root="true" ma:fieldsID="e64e3f62b3ff801c4bee6471b2018626" ns2:_="" ns3:_="" ns4:_="">
    <xsd:import namespace="8e241fea-6be2-430e-aede-0f6ad59c15da"/>
    <xsd:import namespace="141069c2-e0fb-4bb4-9abe-8581913a941c"/>
    <xsd:import namespace="292d0dc2-e599-4ea9-b5ef-33bfd71295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41fea-6be2-430e-aede-0f6ad59c15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b7f554e9-a963-4179-93d8-b97c197401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1069c2-e0fb-4bb4-9abe-8581913a941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2d0dc2-e599-4ea9-b5ef-33bfd71295c7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0ec43a94-72b4-4066-9687-0d3e59338dc8}" ma:internalName="TaxCatchAll" ma:showField="CatchAllData" ma:web="141069c2-e0fb-4bb4-9abe-8581913a94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e241fea-6be2-430e-aede-0f6ad59c15da">
      <Terms xmlns="http://schemas.microsoft.com/office/infopath/2007/PartnerControls"/>
    </lcf76f155ced4ddcb4097134ff3c332f>
    <TaxCatchAll xmlns="292d0dc2-e599-4ea9-b5ef-33bfd71295c7" xsi:nil="true"/>
  </documentManagement>
</p:properties>
</file>

<file path=customXml/itemProps1.xml><?xml version="1.0" encoding="utf-8"?>
<ds:datastoreItem xmlns:ds="http://schemas.openxmlformats.org/officeDocument/2006/customXml" ds:itemID="{7B2B7F03-7950-4CCE-8CA5-A123B9C5C5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04CDBB-DE46-46A9-9BC9-B88F91BF300C}">
  <ds:schemaRefs>
    <ds:schemaRef ds:uri="141069c2-e0fb-4bb4-9abe-8581913a941c"/>
    <ds:schemaRef ds:uri="292d0dc2-e599-4ea9-b5ef-33bfd71295c7"/>
    <ds:schemaRef ds:uri="8e241fea-6be2-430e-aede-0f6ad59c15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E10FE0D-EB62-415B-8507-6DB30D7D6D86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292d0dc2-e599-4ea9-b5ef-33bfd71295c7"/>
    <ds:schemaRef ds:uri="141069c2-e0fb-4bb4-9abe-8581913a941c"/>
    <ds:schemaRef ds:uri="8e241fea-6be2-430e-aede-0f6ad59c15da"/>
    <ds:schemaRef ds:uri="http://schemas.microsoft.com/office/2006/metadata/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89db4e91-bad5-4fd0-9ca4-c06485916e3a}" enabled="1" method="Standard" siteId="{f66fae02-5d36-495b-bfe0-78a6ff9f8e6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</TotalTime>
  <Words>1355</Words>
  <Application>Microsoft Office PowerPoint</Application>
  <PresentationFormat>Widescreen</PresentationFormat>
  <Paragraphs>214</Paragraphs>
  <Slides>20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8" baseType="lpstr">
      <vt:lpstr>Aptos</vt:lpstr>
      <vt:lpstr>Arial</vt:lpstr>
      <vt:lpstr>System Font Regular</vt:lpstr>
      <vt:lpstr>Unilever Desire</vt:lpstr>
      <vt:lpstr>Unilever Desire Semi Bold</vt:lpstr>
      <vt:lpstr>Visby CF Demi Bold</vt:lpstr>
      <vt:lpstr>Visby CF Medium</vt:lpstr>
      <vt:lpstr>Unilever Desire - 2025</vt:lpstr>
      <vt:lpstr>Apresentação do PowerPoint</vt:lpstr>
      <vt:lpstr>Apresentação do PowerPoint</vt:lpstr>
      <vt:lpstr>Section only page title placeholder</vt:lpstr>
      <vt:lpstr>Engaging page title goes here</vt:lpstr>
      <vt:lpstr>Engaging page  title goes here</vt:lpstr>
      <vt:lpstr>Engaging page title goes here</vt:lpstr>
      <vt:lpstr>Stat page title placeholder</vt:lpstr>
      <vt:lpstr>Logistics done  smarter, delivering  results where it  matters most.</vt:lpstr>
      <vt:lpstr>Logistics done  smarter, delivering  results where it  matters most.</vt:lpstr>
      <vt:lpstr>Engaging page title goes here</vt:lpstr>
      <vt:lpstr>Key points page title placeholder</vt:lpstr>
      <vt:lpstr>Engaging page title goes here</vt:lpstr>
      <vt:lpstr>Engaging page title goes here</vt:lpstr>
      <vt:lpstr>Engaging page title goes here</vt:lpstr>
      <vt:lpstr>Chart page title placeholder</vt:lpstr>
      <vt:lpstr>Engaging page title goes here</vt:lpstr>
      <vt:lpstr>Engaging page title goes here</vt:lpstr>
      <vt:lpstr>Toolkit: Design Elements</vt:lpstr>
      <vt:lpstr>Toolkit: Design Elements</vt:lpstr>
      <vt:lpstr>Logistics done  smarter, delivering  results where it  matters most.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Chad Warner</dc:creator>
  <cp:keywords/>
  <dc:description/>
  <cp:lastModifiedBy>Kuhnast, Nicolas</cp:lastModifiedBy>
  <cp:revision>3</cp:revision>
  <cp:lastPrinted>2025-04-15T12:43:56Z</cp:lastPrinted>
  <dcterms:created xsi:type="dcterms:W3CDTF">2025-04-03T11:10:11Z</dcterms:created>
  <dcterms:modified xsi:type="dcterms:W3CDTF">2026-09-17T12:44:37Z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0x0101001A095C6EACC04143B61743DC0C1C3F33</vt:lpwstr>
  </property>
  <property fmtid="{D5CDD505-2E9C-101B-9397-08002B2CF9AE}" pid="3" name="MediaServiceImageTags">
    <vt:lpwstr/>
  </property>
  <property fmtid="{D5CDD505-2E9C-101B-9397-08002B2CF9AE}" pid="4" name="TitusGUID">
    <vt:lpwstr>93fa730a-d550-4819-81af-17c4648777f5</vt:lpwstr>
  </property>
  <property fmtid="{D5CDD505-2E9C-101B-9397-08002B2CF9AE}" pid="5" name="HCLClassD6">
    <vt:lpwstr>False</vt:lpwstr>
  </property>
  <property fmtid="{D5CDD505-2E9C-101B-9397-08002B2CF9AE}" pid="6" name="HCLClassification">
    <vt:lpwstr>HCL_Cla5s_Publ1c</vt:lpwstr>
  </property>
</Properties>
</file>